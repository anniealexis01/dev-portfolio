
<file path=[Content_Types].xml><?xml version="1.0" encoding="utf-8"?>
<Types xmlns="http://schemas.openxmlformats.org/package/2006/content-types">
  <Default Extension="1"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9" r:id="rId4"/>
  </p:sldMasterIdLst>
  <p:notesMasterIdLst>
    <p:notesMasterId r:id="rId15"/>
  </p:notesMasterIdLst>
  <p:handoutMasterIdLst>
    <p:handoutMasterId r:id="rId16"/>
  </p:handoutMasterIdLst>
  <p:sldIdLst>
    <p:sldId id="256" r:id="rId5"/>
    <p:sldId id="292" r:id="rId6"/>
    <p:sldId id="266" r:id="rId7"/>
    <p:sldId id="295" r:id="rId8"/>
    <p:sldId id="293" r:id="rId9"/>
    <p:sldId id="283" r:id="rId10"/>
    <p:sldId id="264" r:id="rId11"/>
    <p:sldId id="289" r:id="rId12"/>
    <p:sldId id="28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5359"/>
    <a:srgbClr val="969FA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DFF989-BFC7-4CB4-9C67-930230B39C7B}" v="8" dt="2025-12-07T14:15:16.367"/>
  </p1510:revLst>
</p1510:revInfo>
</file>

<file path=ppt/tableStyles.xml><?xml version="1.0" encoding="utf-8"?>
<a:tblStyleLst xmlns:a="http://schemas.openxmlformats.org/drawingml/2006/main" def="{912C8C85-51F0-491E-9774-3900AFEF0F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5388" autoAdjust="0"/>
  </p:normalViewPr>
  <p:slideViewPr>
    <p:cSldViewPr snapToGrid="0" showGuides="1">
      <p:cViewPr varScale="1">
        <p:scale>
          <a:sx n="64" d="100"/>
          <a:sy n="64" d="100"/>
        </p:scale>
        <p:origin x="978" y="78"/>
      </p:cViewPr>
      <p:guideLst/>
    </p:cSldViewPr>
  </p:slideViewPr>
  <p:outlineViewPr>
    <p:cViewPr>
      <p:scale>
        <a:sx n="33" d="100"/>
        <a:sy n="33" d="100"/>
      </p:scale>
      <p:origin x="0" y="-4982"/>
    </p:cViewPr>
  </p:outlineViewPr>
  <p:notesTextViewPr>
    <p:cViewPr>
      <p:scale>
        <a:sx n="1" d="1"/>
        <a:sy n="1" d="1"/>
      </p:scale>
      <p:origin x="0" y="0"/>
    </p:cViewPr>
  </p:notesTextViewPr>
  <p:sorterViewPr>
    <p:cViewPr varScale="1">
      <p:scale>
        <a:sx n="100" d="100"/>
        <a:sy n="100" d="100"/>
      </p:scale>
      <p:origin x="0" y="-1757"/>
    </p:cViewPr>
  </p:sorterViewPr>
  <p:notesViewPr>
    <p:cSldViewPr snapToGrid="0">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nie alexis" userId="affe366407a0e1ea" providerId="LiveId" clId="{9E0DD160-9889-4857-AD7D-F4AD7C6F2C68}"/>
    <pc:docChg chg="undo custSel modSld">
      <pc:chgData name="annie alexis" userId="affe366407a0e1ea" providerId="LiveId" clId="{9E0DD160-9889-4857-AD7D-F4AD7C6F2C68}" dt="2025-12-07T14:30:59.396" v="4081" actId="20577"/>
      <pc:docMkLst>
        <pc:docMk/>
      </pc:docMkLst>
      <pc:sldChg chg="addSp delSp modSp mod setClrOvrMap">
        <pc:chgData name="annie alexis" userId="affe366407a0e1ea" providerId="LiveId" clId="{9E0DD160-9889-4857-AD7D-F4AD7C6F2C68}" dt="2025-12-07T14:09:43.988" v="3230" actId="1036"/>
        <pc:sldMkLst>
          <pc:docMk/>
          <pc:sldMk cId="1039759085" sldId="256"/>
        </pc:sldMkLst>
        <pc:spChg chg="mod ord">
          <ac:chgData name="annie alexis" userId="affe366407a0e1ea" providerId="LiveId" clId="{9E0DD160-9889-4857-AD7D-F4AD7C6F2C68}" dt="2025-12-07T14:09:35.855" v="3228" actId="1076"/>
          <ac:spMkLst>
            <pc:docMk/>
            <pc:sldMk cId="1039759085" sldId="256"/>
            <ac:spMk id="2" creationId="{6345D446-62C2-80A4-EDC1-27D42B879619}"/>
          </ac:spMkLst>
        </pc:spChg>
        <pc:spChg chg="del">
          <ac:chgData name="annie alexis" userId="affe366407a0e1ea" providerId="LiveId" clId="{9E0DD160-9889-4857-AD7D-F4AD7C6F2C68}" dt="2025-12-06T13:06:23.448" v="0" actId="931"/>
          <ac:spMkLst>
            <pc:docMk/>
            <pc:sldMk cId="1039759085" sldId="256"/>
            <ac:spMk id="6" creationId="{F88EFC41-6C0F-5CFC-365F-5353B4DC824B}"/>
          </ac:spMkLst>
        </pc:spChg>
        <pc:spChg chg="mod ord">
          <ac:chgData name="annie alexis" userId="affe366407a0e1ea" providerId="LiveId" clId="{9E0DD160-9889-4857-AD7D-F4AD7C6F2C68}" dt="2025-12-07T14:09:28.915" v="3227" actId="20577"/>
          <ac:spMkLst>
            <pc:docMk/>
            <pc:sldMk cId="1039759085" sldId="256"/>
            <ac:spMk id="8" creationId="{479F0267-9D1C-BDA9-A152-B01CD379FC92}"/>
          </ac:spMkLst>
        </pc:spChg>
        <pc:spChg chg="add del mod">
          <ac:chgData name="annie alexis" userId="affe366407a0e1ea" providerId="LiveId" clId="{9E0DD160-9889-4857-AD7D-F4AD7C6F2C68}" dt="2025-12-06T13:06:49.963" v="7" actId="478"/>
          <ac:spMkLst>
            <pc:docMk/>
            <pc:sldMk cId="1039759085" sldId="256"/>
            <ac:spMk id="11" creationId="{CD8118EC-994A-4D41-D40F-53064269FDC8}"/>
          </ac:spMkLst>
        </pc:spChg>
        <pc:spChg chg="add">
          <ac:chgData name="annie alexis" userId="affe366407a0e1ea" providerId="LiveId" clId="{9E0DD160-9889-4857-AD7D-F4AD7C6F2C68}" dt="2025-12-06T13:06:34.980" v="3" actId="26606"/>
          <ac:spMkLst>
            <pc:docMk/>
            <pc:sldMk cId="1039759085" sldId="256"/>
            <ac:spMk id="16" creationId="{77F2BB43-1E8B-40A7-9733-9AEE76BFE22A}"/>
          </ac:spMkLst>
        </pc:spChg>
        <pc:spChg chg="add">
          <ac:chgData name="annie alexis" userId="affe366407a0e1ea" providerId="LiveId" clId="{9E0DD160-9889-4857-AD7D-F4AD7C6F2C68}" dt="2025-12-06T13:06:34.980" v="3" actId="26606"/>
          <ac:spMkLst>
            <pc:docMk/>
            <pc:sldMk cId="1039759085" sldId="256"/>
            <ac:spMk id="18" creationId="{2F2499BD-C67D-4CD4-9747-4DCC7EF1FC2F}"/>
          </ac:spMkLst>
        </pc:spChg>
        <pc:spChg chg="add">
          <ac:chgData name="annie alexis" userId="affe366407a0e1ea" providerId="LiveId" clId="{9E0DD160-9889-4857-AD7D-F4AD7C6F2C68}" dt="2025-12-06T13:06:34.980" v="3" actId="26606"/>
          <ac:spMkLst>
            <pc:docMk/>
            <pc:sldMk cId="1039759085" sldId="256"/>
            <ac:spMk id="20" creationId="{80D02CAC-A533-4E24-84A6-B3171E16A274}"/>
          </ac:spMkLst>
        </pc:spChg>
        <pc:spChg chg="add">
          <ac:chgData name="annie alexis" userId="affe366407a0e1ea" providerId="LiveId" clId="{9E0DD160-9889-4857-AD7D-F4AD7C6F2C68}" dt="2025-12-06T13:06:34.980" v="3" actId="26606"/>
          <ac:spMkLst>
            <pc:docMk/>
            <pc:sldMk cId="1039759085" sldId="256"/>
            <ac:spMk id="22" creationId="{2C2811D4-5347-4268-B736-DF29160D758D}"/>
          </ac:spMkLst>
        </pc:spChg>
        <pc:spChg chg="add">
          <ac:chgData name="annie alexis" userId="affe366407a0e1ea" providerId="LiveId" clId="{9E0DD160-9889-4857-AD7D-F4AD7C6F2C68}" dt="2025-12-06T13:06:34.980" v="3" actId="26606"/>
          <ac:spMkLst>
            <pc:docMk/>
            <pc:sldMk cId="1039759085" sldId="256"/>
            <ac:spMk id="24" creationId="{74EFA34C-3CB6-4E42-AA45-8B85EB878A70}"/>
          </ac:spMkLst>
        </pc:spChg>
        <pc:spChg chg="add">
          <ac:chgData name="annie alexis" userId="affe366407a0e1ea" providerId="LiveId" clId="{9E0DD160-9889-4857-AD7D-F4AD7C6F2C68}" dt="2025-12-06T13:06:34.980" v="3" actId="26606"/>
          <ac:spMkLst>
            <pc:docMk/>
            <pc:sldMk cId="1039759085" sldId="256"/>
            <ac:spMk id="26" creationId="{C9313C9E-0227-4919-B36E-DE3343267ED9}"/>
          </ac:spMkLst>
        </pc:spChg>
        <pc:picChg chg="mod">
          <ac:chgData name="annie alexis" userId="affe366407a0e1ea" providerId="LiveId" clId="{9E0DD160-9889-4857-AD7D-F4AD7C6F2C68}" dt="2025-12-06T13:06:34.980" v="3" actId="26606"/>
          <ac:picMkLst>
            <pc:docMk/>
            <pc:sldMk cId="1039759085" sldId="256"/>
            <ac:picMk id="4" creationId="{7594B37F-1CDB-E61C-8D7F-3010E27E4CA9}"/>
          </ac:picMkLst>
        </pc:picChg>
        <pc:picChg chg="add mod">
          <ac:chgData name="annie alexis" userId="affe366407a0e1ea" providerId="LiveId" clId="{9E0DD160-9889-4857-AD7D-F4AD7C6F2C68}" dt="2025-12-07T14:09:43.988" v="3230" actId="1036"/>
          <ac:picMkLst>
            <pc:docMk/>
            <pc:sldMk cId="1039759085" sldId="256"/>
            <ac:picMk id="9" creationId="{278C8A86-3B41-F5E8-BA10-3BCD671DA1F1}"/>
          </ac:picMkLst>
        </pc:picChg>
      </pc:sldChg>
      <pc:sldChg chg="modSp mod">
        <pc:chgData name="annie alexis" userId="affe366407a0e1ea" providerId="LiveId" clId="{9E0DD160-9889-4857-AD7D-F4AD7C6F2C68}" dt="2025-12-06T15:44:10.085" v="3176" actId="2711"/>
        <pc:sldMkLst>
          <pc:docMk/>
          <pc:sldMk cId="837402205" sldId="264"/>
        </pc:sldMkLst>
        <pc:spChg chg="mod">
          <ac:chgData name="annie alexis" userId="affe366407a0e1ea" providerId="LiveId" clId="{9E0DD160-9889-4857-AD7D-F4AD7C6F2C68}" dt="2025-12-06T15:43:59.972" v="3174" actId="2711"/>
          <ac:spMkLst>
            <pc:docMk/>
            <pc:sldMk cId="837402205" sldId="264"/>
            <ac:spMk id="11" creationId="{FF0FD1A0-C075-EE18-B3AE-363C242D0BCE}"/>
          </ac:spMkLst>
        </pc:spChg>
        <pc:spChg chg="mod">
          <ac:chgData name="annie alexis" userId="affe366407a0e1ea" providerId="LiveId" clId="{9E0DD160-9889-4857-AD7D-F4AD7C6F2C68}" dt="2025-12-06T15:44:10.085" v="3176" actId="2711"/>
          <ac:spMkLst>
            <pc:docMk/>
            <pc:sldMk cId="837402205" sldId="264"/>
            <ac:spMk id="20" creationId="{7C987B03-58AE-7E8A-A1C7-83569FBBCD1F}"/>
          </ac:spMkLst>
        </pc:spChg>
        <pc:spChg chg="mod">
          <ac:chgData name="annie alexis" userId="affe366407a0e1ea" providerId="LiveId" clId="{9E0DD160-9889-4857-AD7D-F4AD7C6F2C68}" dt="2025-12-06T15:44:04.995" v="3175" actId="2711"/>
          <ac:spMkLst>
            <pc:docMk/>
            <pc:sldMk cId="837402205" sldId="264"/>
            <ac:spMk id="34" creationId="{C69167C3-302B-24DE-9CF7-D85D5D5DD20A}"/>
          </ac:spMkLst>
        </pc:spChg>
        <pc:picChg chg="mod">
          <ac:chgData name="annie alexis" userId="affe366407a0e1ea" providerId="LiveId" clId="{9E0DD160-9889-4857-AD7D-F4AD7C6F2C68}" dt="2025-12-06T15:19:33.163" v="2377" actId="1440"/>
          <ac:picMkLst>
            <pc:docMk/>
            <pc:sldMk cId="837402205" sldId="264"/>
            <ac:picMk id="3" creationId="{FAFC6D7C-4788-CA89-793F-8D79E3B12A2A}"/>
          </ac:picMkLst>
        </pc:picChg>
      </pc:sldChg>
      <pc:sldChg chg="modSp mod">
        <pc:chgData name="annie alexis" userId="affe366407a0e1ea" providerId="LiveId" clId="{9E0DD160-9889-4857-AD7D-F4AD7C6F2C68}" dt="2025-12-06T14:25:07.567" v="472" actId="1076"/>
        <pc:sldMkLst>
          <pc:docMk/>
          <pc:sldMk cId="1721841647" sldId="266"/>
        </pc:sldMkLst>
        <pc:spChg chg="mod">
          <ac:chgData name="annie alexis" userId="affe366407a0e1ea" providerId="LiveId" clId="{9E0DD160-9889-4857-AD7D-F4AD7C6F2C68}" dt="2025-12-06T14:24:43.810" v="468" actId="2711"/>
          <ac:spMkLst>
            <pc:docMk/>
            <pc:sldMk cId="1721841647" sldId="266"/>
            <ac:spMk id="10" creationId="{BBB245D5-4651-C711-AFD6-DF17D2016758}"/>
          </ac:spMkLst>
        </pc:spChg>
        <pc:spChg chg="mod">
          <ac:chgData name="annie alexis" userId="affe366407a0e1ea" providerId="LiveId" clId="{9E0DD160-9889-4857-AD7D-F4AD7C6F2C68}" dt="2025-12-06T14:25:07.567" v="472" actId="1076"/>
          <ac:spMkLst>
            <pc:docMk/>
            <pc:sldMk cId="1721841647" sldId="266"/>
            <ac:spMk id="11" creationId="{40AF851C-735A-28E1-7AA6-05D41B39CEA7}"/>
          </ac:spMkLst>
        </pc:spChg>
      </pc:sldChg>
      <pc:sldChg chg="addSp delSp modSp mod modMedia setBg modClrScheme delAnim chgLayout">
        <pc:chgData name="annie alexis" userId="affe366407a0e1ea" providerId="LiveId" clId="{9E0DD160-9889-4857-AD7D-F4AD7C6F2C68}" dt="2025-12-07T14:30:59.396" v="4081" actId="20577"/>
        <pc:sldMkLst>
          <pc:docMk/>
          <pc:sldMk cId="4259977132" sldId="268"/>
        </pc:sldMkLst>
        <pc:spChg chg="add del mod">
          <ac:chgData name="annie alexis" userId="affe366407a0e1ea" providerId="LiveId" clId="{9E0DD160-9889-4857-AD7D-F4AD7C6F2C68}" dt="2025-12-07T14:13:54.115" v="3248" actId="700"/>
          <ac:spMkLst>
            <pc:docMk/>
            <pc:sldMk cId="4259977132" sldId="268"/>
            <ac:spMk id="3" creationId="{A31742A3-AE51-A75F-9EE9-91A18BA20EA6}"/>
          </ac:spMkLst>
        </pc:spChg>
        <pc:spChg chg="add mod">
          <ac:chgData name="annie alexis" userId="affe366407a0e1ea" providerId="LiveId" clId="{9E0DD160-9889-4857-AD7D-F4AD7C6F2C68}" dt="2025-12-07T14:30:59.396" v="4081" actId="20577"/>
          <ac:spMkLst>
            <pc:docMk/>
            <pc:sldMk cId="4259977132" sldId="268"/>
            <ac:spMk id="4" creationId="{0CFF975F-253C-02CF-6547-E2DB2A829A38}"/>
          </ac:spMkLst>
        </pc:spChg>
        <pc:spChg chg="del mod">
          <ac:chgData name="annie alexis" userId="affe366407a0e1ea" providerId="LiveId" clId="{9E0DD160-9889-4857-AD7D-F4AD7C6F2C68}" dt="2025-12-07T14:13:54.115" v="3248" actId="700"/>
          <ac:spMkLst>
            <pc:docMk/>
            <pc:sldMk cId="4259977132" sldId="268"/>
            <ac:spMk id="24" creationId="{4C1675C6-9CE1-3D87-365F-B3DB1F59CE68}"/>
          </ac:spMkLst>
        </pc:spChg>
        <pc:spChg chg="mod ord">
          <ac:chgData name="annie alexis" userId="affe366407a0e1ea" providerId="LiveId" clId="{9E0DD160-9889-4857-AD7D-F4AD7C6F2C68}" dt="2025-12-07T14:17:30.377" v="3299" actId="26606"/>
          <ac:spMkLst>
            <pc:docMk/>
            <pc:sldMk cId="4259977132" sldId="268"/>
            <ac:spMk id="30" creationId="{6A93E959-E68D-08C8-9C1E-5A318B3EF272}"/>
          </ac:spMkLst>
        </pc:spChg>
        <pc:spChg chg="add">
          <ac:chgData name="annie alexis" userId="affe366407a0e1ea" providerId="LiveId" clId="{9E0DD160-9889-4857-AD7D-F4AD7C6F2C68}" dt="2025-12-07T14:14:21.576" v="3249" actId="26606"/>
          <ac:spMkLst>
            <pc:docMk/>
            <pc:sldMk cId="4259977132" sldId="268"/>
            <ac:spMk id="35" creationId="{DCF4EB5C-ED25-4675-8255-2F5B12CFFCF0}"/>
          </ac:spMkLst>
        </pc:spChg>
        <pc:spChg chg="add del">
          <ac:chgData name="annie alexis" userId="affe366407a0e1ea" providerId="LiveId" clId="{9E0DD160-9889-4857-AD7D-F4AD7C6F2C68}" dt="2025-12-07T14:17:30.377" v="3299" actId="26606"/>
          <ac:spMkLst>
            <pc:docMk/>
            <pc:sldMk cId="4259977132" sldId="268"/>
            <ac:spMk id="37" creationId="{9514EC6E-A557-42A2-BCDC-3ABFFC5E564D}"/>
          </ac:spMkLst>
        </pc:spChg>
        <pc:spChg chg="add del">
          <ac:chgData name="annie alexis" userId="affe366407a0e1ea" providerId="LiveId" clId="{9E0DD160-9889-4857-AD7D-F4AD7C6F2C68}" dt="2025-12-07T14:17:30.377" v="3299" actId="26606"/>
          <ac:spMkLst>
            <pc:docMk/>
            <pc:sldMk cId="4259977132" sldId="268"/>
            <ac:spMk id="39" creationId="{905482C9-EB42-4BFE-95BF-7FD661F07657}"/>
          </ac:spMkLst>
        </pc:spChg>
        <pc:spChg chg="add del">
          <ac:chgData name="annie alexis" userId="affe366407a0e1ea" providerId="LiveId" clId="{9E0DD160-9889-4857-AD7D-F4AD7C6F2C68}" dt="2025-12-07T14:17:30.377" v="3299" actId="26606"/>
          <ac:spMkLst>
            <pc:docMk/>
            <pc:sldMk cId="4259977132" sldId="268"/>
            <ac:spMk id="41" creationId="{7539E646-A625-4A26-86ED-BD90EDD329F7}"/>
          </ac:spMkLst>
        </pc:spChg>
        <pc:spChg chg="add del">
          <ac:chgData name="annie alexis" userId="affe366407a0e1ea" providerId="LiveId" clId="{9E0DD160-9889-4857-AD7D-F4AD7C6F2C68}" dt="2025-12-07T14:17:30.377" v="3299" actId="26606"/>
          <ac:spMkLst>
            <pc:docMk/>
            <pc:sldMk cId="4259977132" sldId="268"/>
            <ac:spMk id="43" creationId="{39171204-6A50-40E1-B631-84CEDFC9396A}"/>
          </ac:spMkLst>
        </pc:spChg>
        <pc:spChg chg="add del">
          <ac:chgData name="annie alexis" userId="affe366407a0e1ea" providerId="LiveId" clId="{9E0DD160-9889-4857-AD7D-F4AD7C6F2C68}" dt="2025-12-07T14:17:30.377" v="3299" actId="26606"/>
          <ac:spMkLst>
            <pc:docMk/>
            <pc:sldMk cId="4259977132" sldId="268"/>
            <ac:spMk id="45" creationId="{06C973F6-5187-412F-AACC-6E3FF8A6A12C}"/>
          </ac:spMkLst>
        </pc:spChg>
        <pc:spChg chg="add del">
          <ac:chgData name="annie alexis" userId="affe366407a0e1ea" providerId="LiveId" clId="{9E0DD160-9889-4857-AD7D-F4AD7C6F2C68}" dt="2025-12-07T14:17:30.377" v="3299" actId="26606"/>
          <ac:spMkLst>
            <pc:docMk/>
            <pc:sldMk cId="4259977132" sldId="268"/>
            <ac:spMk id="47" creationId="{D11AE14F-1B7E-41E6-B579-2F71D135036C}"/>
          </ac:spMkLst>
        </pc:spChg>
        <pc:spChg chg="add">
          <ac:chgData name="annie alexis" userId="affe366407a0e1ea" providerId="LiveId" clId="{9E0DD160-9889-4857-AD7D-F4AD7C6F2C68}" dt="2025-12-07T14:14:21.576" v="3249" actId="26606"/>
          <ac:spMkLst>
            <pc:docMk/>
            <pc:sldMk cId="4259977132" sldId="268"/>
            <ac:spMk id="49" creationId="{752BB805-F7B7-4B80-A1C5-385D4DAF74D0}"/>
          </ac:spMkLst>
        </pc:spChg>
        <pc:spChg chg="add del">
          <ac:chgData name="annie alexis" userId="affe366407a0e1ea" providerId="LiveId" clId="{9E0DD160-9889-4857-AD7D-F4AD7C6F2C68}" dt="2025-12-07T14:17:30.377" v="3299" actId="26606"/>
          <ac:spMkLst>
            <pc:docMk/>
            <pc:sldMk cId="4259977132" sldId="268"/>
            <ac:spMk id="57" creationId="{B5B90362-AFCC-46A9-B41C-A257A8C5B314}"/>
          </ac:spMkLst>
        </pc:spChg>
        <pc:spChg chg="add del">
          <ac:chgData name="annie alexis" userId="affe366407a0e1ea" providerId="LiveId" clId="{9E0DD160-9889-4857-AD7D-F4AD7C6F2C68}" dt="2025-12-07T14:17:30.377" v="3299" actId="26606"/>
          <ac:spMkLst>
            <pc:docMk/>
            <pc:sldMk cId="4259977132" sldId="268"/>
            <ac:spMk id="61" creationId="{C0524398-BFB4-4C4A-8317-83B8729F9B26}"/>
          </ac:spMkLst>
        </pc:spChg>
        <pc:spChg chg="add del">
          <ac:chgData name="annie alexis" userId="affe366407a0e1ea" providerId="LiveId" clId="{9E0DD160-9889-4857-AD7D-F4AD7C6F2C68}" dt="2025-12-07T14:17:30.377" v="3299" actId="26606"/>
          <ac:spMkLst>
            <pc:docMk/>
            <pc:sldMk cId="4259977132" sldId="268"/>
            <ac:spMk id="65" creationId="{A44CD100-6267-4E62-AA64-2182A3A6A1C0}"/>
          </ac:spMkLst>
        </pc:spChg>
        <pc:graphicFrameChg chg="del modGraphic">
          <ac:chgData name="annie alexis" userId="affe366407a0e1ea" providerId="LiveId" clId="{9E0DD160-9889-4857-AD7D-F4AD7C6F2C68}" dt="2025-12-07T14:13:31.607" v="3247" actId="478"/>
          <ac:graphicFrameMkLst>
            <pc:docMk/>
            <pc:sldMk cId="4259977132" sldId="268"/>
            <ac:graphicFrameMk id="17" creationId="{8A222178-BDA0-1F26-F788-4610ADCDC64A}"/>
          </ac:graphicFrameMkLst>
        </pc:graphicFrameChg>
        <pc:picChg chg="mod">
          <ac:chgData name="annie alexis" userId="affe366407a0e1ea" providerId="LiveId" clId="{9E0DD160-9889-4857-AD7D-F4AD7C6F2C68}" dt="2025-12-07T14:17:27.981" v="3297" actId="1076"/>
          <ac:picMkLst>
            <pc:docMk/>
            <pc:sldMk cId="4259977132" sldId="268"/>
            <ac:picMk id="51" creationId="{A378A818-F283-6741-438C-87D2A88E4806}"/>
          </ac:picMkLst>
        </pc:picChg>
      </pc:sldChg>
      <pc:sldChg chg="delSp modSp mod">
        <pc:chgData name="annie alexis" userId="affe366407a0e1ea" providerId="LiveId" clId="{9E0DD160-9889-4857-AD7D-F4AD7C6F2C68}" dt="2025-12-06T15:44:17.128" v="3177" actId="2711"/>
        <pc:sldMkLst>
          <pc:docMk/>
          <pc:sldMk cId="435195399" sldId="283"/>
        </pc:sldMkLst>
        <pc:spChg chg="mod">
          <ac:chgData name="annie alexis" userId="affe366407a0e1ea" providerId="LiveId" clId="{9E0DD160-9889-4857-AD7D-F4AD7C6F2C68}" dt="2025-12-06T15:44:17.128" v="3177" actId="2711"/>
          <ac:spMkLst>
            <pc:docMk/>
            <pc:sldMk cId="435195399" sldId="283"/>
            <ac:spMk id="19" creationId="{C903843E-1FAB-AFBB-BDC9-440FCC8CFB12}"/>
          </ac:spMkLst>
        </pc:spChg>
        <pc:spChg chg="del">
          <ac:chgData name="annie alexis" userId="affe366407a0e1ea" providerId="LiveId" clId="{9E0DD160-9889-4857-AD7D-F4AD7C6F2C68}" dt="2025-12-06T15:02:53.530" v="1595" actId="478"/>
          <ac:spMkLst>
            <pc:docMk/>
            <pc:sldMk cId="435195399" sldId="283"/>
            <ac:spMk id="20" creationId="{826664CC-F0B7-D2E1-A321-E97944F52EA3}"/>
          </ac:spMkLst>
        </pc:spChg>
      </pc:sldChg>
      <pc:sldChg chg="delSp modSp mod">
        <pc:chgData name="annie alexis" userId="affe366407a0e1ea" providerId="LiveId" clId="{9E0DD160-9889-4857-AD7D-F4AD7C6F2C68}" dt="2025-12-06T15:43:01.210" v="3169" actId="2711"/>
        <pc:sldMkLst>
          <pc:docMk/>
          <pc:sldMk cId="3854442470" sldId="287"/>
        </pc:sldMkLst>
        <pc:spChg chg="del">
          <ac:chgData name="annie alexis" userId="affe366407a0e1ea" providerId="LiveId" clId="{9E0DD160-9889-4857-AD7D-F4AD7C6F2C68}" dt="2025-12-06T15:33:10.254" v="2904" actId="478"/>
          <ac:spMkLst>
            <pc:docMk/>
            <pc:sldMk cId="3854442470" sldId="287"/>
            <ac:spMk id="6" creationId="{A851ED76-4A6C-CE93-18EF-3BBB3C028785}"/>
          </ac:spMkLst>
        </pc:spChg>
        <pc:spChg chg="mod">
          <ac:chgData name="annie alexis" userId="affe366407a0e1ea" providerId="LiveId" clId="{9E0DD160-9889-4857-AD7D-F4AD7C6F2C68}" dt="2025-12-06T15:42:55.231" v="3168" actId="113"/>
          <ac:spMkLst>
            <pc:docMk/>
            <pc:sldMk cId="3854442470" sldId="287"/>
            <ac:spMk id="26" creationId="{D715DBBC-70C2-E94B-9B03-12910F0B5438}"/>
          </ac:spMkLst>
        </pc:spChg>
        <pc:spChg chg="mod">
          <ac:chgData name="annie alexis" userId="affe366407a0e1ea" providerId="LiveId" clId="{9E0DD160-9889-4857-AD7D-F4AD7C6F2C68}" dt="2025-12-06T15:43:01.210" v="3169" actId="2711"/>
          <ac:spMkLst>
            <pc:docMk/>
            <pc:sldMk cId="3854442470" sldId="287"/>
            <ac:spMk id="33" creationId="{D3AEB1C4-FB60-9B8E-5A02-0BCD2B6E55C7}"/>
          </ac:spMkLst>
        </pc:spChg>
        <pc:picChg chg="mod ord">
          <ac:chgData name="annie alexis" userId="affe366407a0e1ea" providerId="LiveId" clId="{9E0DD160-9889-4857-AD7D-F4AD7C6F2C68}" dt="2025-12-06T15:34:51.528" v="2914" actId="167"/>
          <ac:picMkLst>
            <pc:docMk/>
            <pc:sldMk cId="3854442470" sldId="287"/>
            <ac:picMk id="5" creationId="{D89EAEE7-B8E9-673F-CE10-E5D59193E18A}"/>
          </ac:picMkLst>
        </pc:picChg>
      </pc:sldChg>
      <pc:sldChg chg="modSp mod">
        <pc:chgData name="annie alexis" userId="affe366407a0e1ea" providerId="LiveId" clId="{9E0DD160-9889-4857-AD7D-F4AD7C6F2C68}" dt="2025-12-06T15:43:28.892" v="3173" actId="20577"/>
        <pc:sldMkLst>
          <pc:docMk/>
          <pc:sldMk cId="2676905442" sldId="289"/>
        </pc:sldMkLst>
        <pc:spChg chg="mod">
          <ac:chgData name="annie alexis" userId="affe366407a0e1ea" providerId="LiveId" clId="{9E0DD160-9889-4857-AD7D-F4AD7C6F2C68}" dt="2025-12-06T15:43:28.892" v="3173" actId="20577"/>
          <ac:spMkLst>
            <pc:docMk/>
            <pc:sldMk cId="2676905442" sldId="289"/>
            <ac:spMk id="3" creationId="{68A5FD2B-E3E5-1C2B-0151-21F216B14A33}"/>
          </ac:spMkLst>
        </pc:spChg>
        <pc:spChg chg="mod">
          <ac:chgData name="annie alexis" userId="affe366407a0e1ea" providerId="LiveId" clId="{9E0DD160-9889-4857-AD7D-F4AD7C6F2C68}" dt="2025-12-06T15:43:24.020" v="3172" actId="2711"/>
          <ac:spMkLst>
            <pc:docMk/>
            <pc:sldMk cId="2676905442" sldId="289"/>
            <ac:spMk id="4" creationId="{ACFBB810-3430-2C29-1AA0-9744AA0A1AA3}"/>
          </ac:spMkLst>
        </pc:spChg>
        <pc:spChg chg="mod">
          <ac:chgData name="annie alexis" userId="affe366407a0e1ea" providerId="LiveId" clId="{9E0DD160-9889-4857-AD7D-F4AD7C6F2C68}" dt="2025-12-06T15:43:10.996" v="3170" actId="2711"/>
          <ac:spMkLst>
            <pc:docMk/>
            <pc:sldMk cId="2676905442" sldId="289"/>
            <ac:spMk id="17" creationId="{EBA544F6-BF8C-2C87-3906-146BEDB4C299}"/>
          </ac:spMkLst>
        </pc:spChg>
      </pc:sldChg>
      <pc:sldChg chg="modSp mod">
        <pc:chgData name="annie alexis" userId="affe366407a0e1ea" providerId="LiveId" clId="{9E0DD160-9889-4857-AD7D-F4AD7C6F2C68}" dt="2025-12-07T14:11:30.744" v="3233" actId="1076"/>
        <pc:sldMkLst>
          <pc:docMk/>
          <pc:sldMk cId="2201125929" sldId="292"/>
        </pc:sldMkLst>
        <pc:spChg chg="mod">
          <ac:chgData name="annie alexis" userId="affe366407a0e1ea" providerId="LiveId" clId="{9E0DD160-9889-4857-AD7D-F4AD7C6F2C68}" dt="2025-12-07T14:11:30.744" v="3233" actId="1076"/>
          <ac:spMkLst>
            <pc:docMk/>
            <pc:sldMk cId="2201125929" sldId="292"/>
            <ac:spMk id="8" creationId="{1A667A9A-3428-68BE-D555-0DE1859FDF8A}"/>
          </ac:spMkLst>
        </pc:spChg>
        <pc:spChg chg="mod">
          <ac:chgData name="annie alexis" userId="affe366407a0e1ea" providerId="LiveId" clId="{9E0DD160-9889-4857-AD7D-F4AD7C6F2C68}" dt="2025-12-07T14:11:13.552" v="3232" actId="1076"/>
          <ac:spMkLst>
            <pc:docMk/>
            <pc:sldMk cId="2201125929" sldId="292"/>
            <ac:spMk id="13" creationId="{FB23E1E4-7CB2-923B-9D41-672CB85E05DA}"/>
          </ac:spMkLst>
        </pc:spChg>
        <pc:picChg chg="mod ord">
          <ac:chgData name="annie alexis" userId="affe366407a0e1ea" providerId="LiveId" clId="{9E0DD160-9889-4857-AD7D-F4AD7C6F2C68}" dt="2025-12-06T14:09:41.699" v="32" actId="1440"/>
          <ac:picMkLst>
            <pc:docMk/>
            <pc:sldMk cId="2201125929" sldId="292"/>
            <ac:picMk id="5" creationId="{DB2AB9A0-C137-A487-3BC0-9470F3176A5C}"/>
          </ac:picMkLst>
        </pc:picChg>
      </pc:sldChg>
      <pc:sldChg chg="addSp delSp modSp mod setBg setClrOvrMap">
        <pc:chgData name="annie alexis" userId="affe366407a0e1ea" providerId="LiveId" clId="{9E0DD160-9889-4857-AD7D-F4AD7C6F2C68}" dt="2025-12-07T14:12:16.330" v="3243" actId="27636"/>
        <pc:sldMkLst>
          <pc:docMk/>
          <pc:sldMk cId="3695820081" sldId="293"/>
        </pc:sldMkLst>
        <pc:spChg chg="mod">
          <ac:chgData name="annie alexis" userId="affe366407a0e1ea" providerId="LiveId" clId="{9E0DD160-9889-4857-AD7D-F4AD7C6F2C68}" dt="2025-12-07T14:12:16.330" v="3243" actId="27636"/>
          <ac:spMkLst>
            <pc:docMk/>
            <pc:sldMk cId="3695820081" sldId="293"/>
            <ac:spMk id="2" creationId="{E7E618A4-5020-A570-BAAC-71C22849B320}"/>
          </ac:spMkLst>
        </pc:spChg>
        <pc:spChg chg="add del">
          <ac:chgData name="annie alexis" userId="affe366407a0e1ea" providerId="LiveId" clId="{9E0DD160-9889-4857-AD7D-F4AD7C6F2C68}" dt="2025-12-06T14:36:53.532" v="721" actId="478"/>
          <ac:spMkLst>
            <pc:docMk/>
            <pc:sldMk cId="3695820081" sldId="293"/>
            <ac:spMk id="7" creationId="{0B430082-4898-18F6-D037-977E18966190}"/>
          </ac:spMkLst>
        </pc:spChg>
        <pc:spChg chg="add del mod">
          <ac:chgData name="annie alexis" userId="affe366407a0e1ea" providerId="LiveId" clId="{9E0DD160-9889-4857-AD7D-F4AD7C6F2C68}" dt="2025-12-06T14:36:50.186" v="720" actId="478"/>
          <ac:spMkLst>
            <pc:docMk/>
            <pc:sldMk cId="3695820081" sldId="293"/>
            <ac:spMk id="9" creationId="{BF8E19A2-6B1D-2582-E22A-5FB862FBBF20}"/>
          </ac:spMkLst>
        </pc:spChg>
        <pc:spChg chg="mod">
          <ac:chgData name="annie alexis" userId="affe366407a0e1ea" providerId="LiveId" clId="{9E0DD160-9889-4857-AD7D-F4AD7C6F2C68}" dt="2025-12-06T15:02:01.220" v="1594" actId="20577"/>
          <ac:spMkLst>
            <pc:docMk/>
            <pc:sldMk cId="3695820081" sldId="293"/>
            <ac:spMk id="10" creationId="{C9475E86-FFB0-87BC-084C-C728916152B0}"/>
          </ac:spMkLst>
        </pc:spChg>
        <pc:spChg chg="add del mod">
          <ac:chgData name="annie alexis" userId="affe366407a0e1ea" providerId="LiveId" clId="{9E0DD160-9889-4857-AD7D-F4AD7C6F2C68}" dt="2025-12-06T14:39:47.195" v="734" actId="931"/>
          <ac:spMkLst>
            <pc:docMk/>
            <pc:sldMk cId="3695820081" sldId="293"/>
            <ac:spMk id="13" creationId="{245AD5F3-6777-BB86-43EB-F78EE332A635}"/>
          </ac:spMkLst>
        </pc:spChg>
        <pc:spChg chg="add del">
          <ac:chgData name="annie alexis" userId="affe366407a0e1ea" providerId="LiveId" clId="{9E0DD160-9889-4857-AD7D-F4AD7C6F2C68}" dt="2025-12-06T14:41:39.726" v="746" actId="26606"/>
          <ac:spMkLst>
            <pc:docMk/>
            <pc:sldMk cId="3695820081" sldId="293"/>
            <ac:spMk id="17" creationId="{B5B90362-AFCC-46A9-B41C-A257A8C5B314}"/>
          </ac:spMkLst>
        </pc:spChg>
        <pc:spChg chg="add del">
          <ac:chgData name="annie alexis" userId="affe366407a0e1ea" providerId="LiveId" clId="{9E0DD160-9889-4857-AD7D-F4AD7C6F2C68}" dt="2025-12-06T14:41:39.726" v="746" actId="26606"/>
          <ac:spMkLst>
            <pc:docMk/>
            <pc:sldMk cId="3695820081" sldId="293"/>
            <ac:spMk id="19" creationId="{F71EF7F1-38BA-471D-8CD4-2A9AE8E35527}"/>
          </ac:spMkLst>
        </pc:spChg>
        <pc:spChg chg="add del">
          <ac:chgData name="annie alexis" userId="affe366407a0e1ea" providerId="LiveId" clId="{9E0DD160-9889-4857-AD7D-F4AD7C6F2C68}" dt="2025-12-06T14:41:39.726" v="746" actId="26606"/>
          <ac:spMkLst>
            <pc:docMk/>
            <pc:sldMk cId="3695820081" sldId="293"/>
            <ac:spMk id="21" creationId="{7A4CA679-3546-4E14-8FB8-F57168C37635}"/>
          </ac:spMkLst>
        </pc:spChg>
        <pc:spChg chg="add del">
          <ac:chgData name="annie alexis" userId="affe366407a0e1ea" providerId="LiveId" clId="{9E0DD160-9889-4857-AD7D-F4AD7C6F2C68}" dt="2025-12-06T14:41:39.696" v="745" actId="26606"/>
          <ac:spMkLst>
            <pc:docMk/>
            <pc:sldMk cId="3695820081" sldId="293"/>
            <ac:spMk id="23" creationId="{44D16E90-7C64-4C04-A50A-B866A1A92B4E}"/>
          </ac:spMkLst>
        </pc:spChg>
        <pc:spChg chg="add del mod">
          <ac:chgData name="annie alexis" userId="affe366407a0e1ea" providerId="LiveId" clId="{9E0DD160-9889-4857-AD7D-F4AD7C6F2C68}" dt="2025-12-06T14:38:59.559" v="731" actId="478"/>
          <ac:spMkLst>
            <pc:docMk/>
            <pc:sldMk cId="3695820081" sldId="293"/>
            <ac:spMk id="24" creationId="{74ABD894-FCB7-A260-500F-255B0E0D778D}"/>
          </ac:spMkLst>
        </pc:spChg>
        <pc:spChg chg="add del">
          <ac:chgData name="annie alexis" userId="affe366407a0e1ea" providerId="LiveId" clId="{9E0DD160-9889-4857-AD7D-F4AD7C6F2C68}" dt="2025-12-06T14:41:39.726" v="746" actId="26606"/>
          <ac:spMkLst>
            <pc:docMk/>
            <pc:sldMk cId="3695820081" sldId="293"/>
            <ac:spMk id="25" creationId="{DBE4DD59-5AA2-46C6-B6A8-9B4C62D19877}"/>
          </ac:spMkLst>
        </pc:spChg>
        <pc:spChg chg="add del">
          <ac:chgData name="annie alexis" userId="affe366407a0e1ea" providerId="LiveId" clId="{9E0DD160-9889-4857-AD7D-F4AD7C6F2C68}" dt="2025-12-06T14:41:39.696" v="745" actId="26606"/>
          <ac:spMkLst>
            <pc:docMk/>
            <pc:sldMk cId="3695820081" sldId="293"/>
            <ac:spMk id="27" creationId="{160CE81C-67DC-489E-BFFB-877C80B854DB}"/>
          </ac:spMkLst>
        </pc:spChg>
        <pc:spChg chg="add del">
          <ac:chgData name="annie alexis" userId="affe366407a0e1ea" providerId="LiveId" clId="{9E0DD160-9889-4857-AD7D-F4AD7C6F2C68}" dt="2025-12-06T14:41:39.696" v="745" actId="26606"/>
          <ac:spMkLst>
            <pc:docMk/>
            <pc:sldMk cId="3695820081" sldId="293"/>
            <ac:spMk id="33" creationId="{E6C8E6EB-4C59-429B-97E4-72A058CFC4FB}"/>
          </ac:spMkLst>
        </pc:spChg>
        <pc:spChg chg="add del">
          <ac:chgData name="annie alexis" userId="affe366407a0e1ea" providerId="LiveId" clId="{9E0DD160-9889-4857-AD7D-F4AD7C6F2C68}" dt="2025-12-06T14:41:39.696" v="745" actId="26606"/>
          <ac:spMkLst>
            <pc:docMk/>
            <pc:sldMk cId="3695820081" sldId="293"/>
            <ac:spMk id="39" creationId="{B8DD2392-397B-48BF-BEFA-EA1FB881CA85}"/>
          </ac:spMkLst>
        </pc:spChg>
        <pc:spChg chg="add del">
          <ac:chgData name="annie alexis" userId="affe366407a0e1ea" providerId="LiveId" clId="{9E0DD160-9889-4857-AD7D-F4AD7C6F2C68}" dt="2025-12-06T14:42:37.581" v="753" actId="26606"/>
          <ac:spMkLst>
            <pc:docMk/>
            <pc:sldMk cId="3695820081" sldId="293"/>
            <ac:spMk id="42" creationId="{E6C8E6EB-4C59-429B-97E4-72A058CFC4FB}"/>
          </ac:spMkLst>
        </pc:spChg>
        <pc:spChg chg="add del">
          <ac:chgData name="annie alexis" userId="affe366407a0e1ea" providerId="LiveId" clId="{9E0DD160-9889-4857-AD7D-F4AD7C6F2C68}" dt="2025-12-06T14:42:37.581" v="753" actId="26606"/>
          <ac:spMkLst>
            <pc:docMk/>
            <pc:sldMk cId="3695820081" sldId="293"/>
            <ac:spMk id="44" creationId="{B5B90362-AFCC-46A9-B41C-A257A8C5B314}"/>
          </ac:spMkLst>
        </pc:spChg>
        <pc:spChg chg="add del">
          <ac:chgData name="annie alexis" userId="affe366407a0e1ea" providerId="LiveId" clId="{9E0DD160-9889-4857-AD7D-F4AD7C6F2C68}" dt="2025-12-06T14:42:37.581" v="753" actId="26606"/>
          <ac:spMkLst>
            <pc:docMk/>
            <pc:sldMk cId="3695820081" sldId="293"/>
            <ac:spMk id="45" creationId="{F71EF7F1-38BA-471D-8CD4-2A9AE8E35527}"/>
          </ac:spMkLst>
        </pc:spChg>
        <pc:spChg chg="add del">
          <ac:chgData name="annie alexis" userId="affe366407a0e1ea" providerId="LiveId" clId="{9E0DD160-9889-4857-AD7D-F4AD7C6F2C68}" dt="2025-12-06T14:42:37.581" v="753" actId="26606"/>
          <ac:spMkLst>
            <pc:docMk/>
            <pc:sldMk cId="3695820081" sldId="293"/>
            <ac:spMk id="46" creationId="{FAAAB002-E48E-4009-828A-511F7A828053}"/>
          </ac:spMkLst>
        </pc:spChg>
        <pc:spChg chg="add">
          <ac:chgData name="annie alexis" userId="affe366407a0e1ea" providerId="LiveId" clId="{9E0DD160-9889-4857-AD7D-F4AD7C6F2C68}" dt="2025-12-06T14:42:37.581" v="753" actId="26606"/>
          <ac:spMkLst>
            <pc:docMk/>
            <pc:sldMk cId="3695820081" sldId="293"/>
            <ac:spMk id="51" creationId="{E6C8E6EB-4C59-429B-97E4-72A058CFC4FB}"/>
          </ac:spMkLst>
        </pc:spChg>
        <pc:spChg chg="add">
          <ac:chgData name="annie alexis" userId="affe366407a0e1ea" providerId="LiveId" clId="{9E0DD160-9889-4857-AD7D-F4AD7C6F2C68}" dt="2025-12-06T14:42:37.581" v="753" actId="26606"/>
          <ac:spMkLst>
            <pc:docMk/>
            <pc:sldMk cId="3695820081" sldId="293"/>
            <ac:spMk id="53" creationId="{B5B90362-AFCC-46A9-B41C-A257A8C5B314}"/>
          </ac:spMkLst>
        </pc:spChg>
        <pc:spChg chg="add">
          <ac:chgData name="annie alexis" userId="affe366407a0e1ea" providerId="LiveId" clId="{9E0DD160-9889-4857-AD7D-F4AD7C6F2C68}" dt="2025-12-06T14:42:37.581" v="753" actId="26606"/>
          <ac:spMkLst>
            <pc:docMk/>
            <pc:sldMk cId="3695820081" sldId="293"/>
            <ac:spMk id="55" creationId="{F71EF7F1-38BA-471D-8CD4-2A9AE8E35527}"/>
          </ac:spMkLst>
        </pc:spChg>
        <pc:spChg chg="del">
          <ac:chgData name="annie alexis" userId="affe366407a0e1ea" providerId="LiveId" clId="{9E0DD160-9889-4857-AD7D-F4AD7C6F2C68}" dt="2025-12-06T14:43:22.878" v="755" actId="26606"/>
          <ac:spMkLst>
            <pc:docMk/>
            <pc:sldMk cId="3695820081" sldId="293"/>
            <ac:spMk id="57" creationId="{504BED40-EAF7-4E55-AFF7-2CD840EBD3AA}"/>
          </ac:spMkLst>
        </pc:spChg>
        <pc:spChg chg="add del">
          <ac:chgData name="annie alexis" userId="affe366407a0e1ea" providerId="LiveId" clId="{9E0DD160-9889-4857-AD7D-F4AD7C6F2C68}" dt="2025-12-06T14:43:22.878" v="755" actId="26606"/>
          <ac:spMkLst>
            <pc:docMk/>
            <pc:sldMk cId="3695820081" sldId="293"/>
            <ac:spMk id="59" creationId="{F367CCF1-BB1E-41CF-8499-94A870C33EFA}"/>
          </ac:spMkLst>
        </pc:spChg>
        <pc:spChg chg="del">
          <ac:chgData name="annie alexis" userId="affe366407a0e1ea" providerId="LiveId" clId="{9E0DD160-9889-4857-AD7D-F4AD7C6F2C68}" dt="2025-12-06T14:43:46.094" v="758" actId="26606"/>
          <ac:spMkLst>
            <pc:docMk/>
            <pc:sldMk cId="3695820081" sldId="293"/>
            <ac:spMk id="66" creationId="{B5B90362-AFCC-46A9-B41C-A257A8C5B314}"/>
          </ac:spMkLst>
        </pc:spChg>
        <pc:spChg chg="add del">
          <ac:chgData name="annie alexis" userId="affe366407a0e1ea" providerId="LiveId" clId="{9E0DD160-9889-4857-AD7D-F4AD7C6F2C68}" dt="2025-12-06T14:43:46.094" v="758" actId="26606"/>
          <ac:spMkLst>
            <pc:docMk/>
            <pc:sldMk cId="3695820081" sldId="293"/>
            <ac:spMk id="68" creationId="{F71EF7F1-38BA-471D-8CD4-2A9AE8E35527}"/>
          </ac:spMkLst>
        </pc:spChg>
        <pc:spChg chg="add">
          <ac:chgData name="annie alexis" userId="affe366407a0e1ea" providerId="LiveId" clId="{9E0DD160-9889-4857-AD7D-F4AD7C6F2C68}" dt="2025-12-06T14:43:22.878" v="755" actId="26606"/>
          <ac:spMkLst>
            <pc:docMk/>
            <pc:sldMk cId="3695820081" sldId="293"/>
            <ac:spMk id="70" creationId="{1BB56EB9-078F-4952-AC1F-149C7A0AE4D5}"/>
          </ac:spMkLst>
        </pc:spChg>
        <pc:spChg chg="add del">
          <ac:chgData name="annie alexis" userId="affe366407a0e1ea" providerId="LiveId" clId="{9E0DD160-9889-4857-AD7D-F4AD7C6F2C68}" dt="2025-12-06T14:43:46.094" v="758" actId="26606"/>
          <ac:spMkLst>
            <pc:docMk/>
            <pc:sldMk cId="3695820081" sldId="293"/>
            <ac:spMk id="72" creationId="{D3772EE4-ED5E-4D3A-A306-B22CF866786D}"/>
          </ac:spMkLst>
        </pc:spChg>
        <pc:spChg chg="add del">
          <ac:chgData name="annie alexis" userId="affe366407a0e1ea" providerId="LiveId" clId="{9E0DD160-9889-4857-AD7D-F4AD7C6F2C68}" dt="2025-12-06T14:43:46.094" v="758" actId="26606"/>
          <ac:spMkLst>
            <pc:docMk/>
            <pc:sldMk cId="3695820081" sldId="293"/>
            <ac:spMk id="74" creationId="{10058680-D07C-4893-B2B7-91543F18AB32}"/>
          </ac:spMkLst>
        </pc:spChg>
        <pc:spChg chg="add del">
          <ac:chgData name="annie alexis" userId="affe366407a0e1ea" providerId="LiveId" clId="{9E0DD160-9889-4857-AD7D-F4AD7C6F2C68}" dt="2025-12-06T14:43:46.094" v="758" actId="26606"/>
          <ac:spMkLst>
            <pc:docMk/>
            <pc:sldMk cId="3695820081" sldId="293"/>
            <ac:spMk id="76" creationId="{7B42427A-0A1F-4A55-8705-D9179F1E0CFB}"/>
          </ac:spMkLst>
        </pc:spChg>
        <pc:spChg chg="add">
          <ac:chgData name="annie alexis" userId="affe366407a0e1ea" providerId="LiveId" clId="{9E0DD160-9889-4857-AD7D-F4AD7C6F2C68}" dt="2025-12-06T14:43:22.878" v="755" actId="26606"/>
          <ac:spMkLst>
            <pc:docMk/>
            <pc:sldMk cId="3695820081" sldId="293"/>
            <ac:spMk id="78" creationId="{EE54A6FE-D8CB-48A3-900B-053D4EBD3B85}"/>
          </ac:spMkLst>
        </pc:spChg>
        <pc:spChg chg="add">
          <ac:chgData name="annie alexis" userId="affe366407a0e1ea" providerId="LiveId" clId="{9E0DD160-9889-4857-AD7D-F4AD7C6F2C68}" dt="2025-12-06T14:43:46.094" v="758" actId="26606"/>
          <ac:spMkLst>
            <pc:docMk/>
            <pc:sldMk cId="3695820081" sldId="293"/>
            <ac:spMk id="83" creationId="{E6C8E6EB-4C59-429B-97E4-72A058CFC4FB}"/>
          </ac:spMkLst>
        </pc:spChg>
        <pc:spChg chg="add">
          <ac:chgData name="annie alexis" userId="affe366407a0e1ea" providerId="LiveId" clId="{9E0DD160-9889-4857-AD7D-F4AD7C6F2C68}" dt="2025-12-06T14:43:46.094" v="758" actId="26606"/>
          <ac:spMkLst>
            <pc:docMk/>
            <pc:sldMk cId="3695820081" sldId="293"/>
            <ac:spMk id="85" creationId="{B5B90362-AFCC-46A9-B41C-A257A8C5B314}"/>
          </ac:spMkLst>
        </pc:spChg>
        <pc:spChg chg="add">
          <ac:chgData name="annie alexis" userId="affe366407a0e1ea" providerId="LiveId" clId="{9E0DD160-9889-4857-AD7D-F4AD7C6F2C68}" dt="2025-12-06T14:43:46.094" v="758" actId="26606"/>
          <ac:spMkLst>
            <pc:docMk/>
            <pc:sldMk cId="3695820081" sldId="293"/>
            <ac:spMk id="87" creationId="{F71EF7F1-38BA-471D-8CD4-2A9AE8E35527}"/>
          </ac:spMkLst>
        </pc:spChg>
        <pc:spChg chg="add">
          <ac:chgData name="annie alexis" userId="affe366407a0e1ea" providerId="LiveId" clId="{9E0DD160-9889-4857-AD7D-F4AD7C6F2C68}" dt="2025-12-06T14:43:46.094" v="758" actId="26606"/>
          <ac:spMkLst>
            <pc:docMk/>
            <pc:sldMk cId="3695820081" sldId="293"/>
            <ac:spMk id="89" creationId="{064D2207-AA67-DAD1-D42E-7A07328CA8EF}"/>
          </ac:spMkLst>
        </pc:spChg>
        <pc:picChg chg="add del">
          <ac:chgData name="annie alexis" userId="affe366407a0e1ea" providerId="LiveId" clId="{9E0DD160-9889-4857-AD7D-F4AD7C6F2C68}" dt="2025-12-06T14:36:53.532" v="721" actId="478"/>
          <ac:picMkLst>
            <pc:docMk/>
            <pc:sldMk cId="3695820081" sldId="293"/>
            <ac:picMk id="6" creationId="{C87E9556-75A0-2556-74F2-B8B9080A885A}"/>
          </ac:picMkLst>
        </pc:picChg>
        <pc:picChg chg="add del mod">
          <ac:chgData name="annie alexis" userId="affe366407a0e1ea" providerId="LiveId" clId="{9E0DD160-9889-4857-AD7D-F4AD7C6F2C68}" dt="2025-12-06T14:39:01.105" v="733" actId="931"/>
          <ac:picMkLst>
            <pc:docMk/>
            <pc:sldMk cId="3695820081" sldId="293"/>
            <ac:picMk id="20" creationId="{C51EC485-5932-62E9-A684-CED1845AA5AD}"/>
          </ac:picMkLst>
        </pc:picChg>
        <pc:picChg chg="add mod">
          <ac:chgData name="annie alexis" userId="affe366407a0e1ea" providerId="LiveId" clId="{9E0DD160-9889-4857-AD7D-F4AD7C6F2C68}" dt="2025-12-06T14:43:31.847" v="757" actId="1440"/>
          <ac:picMkLst>
            <pc:docMk/>
            <pc:sldMk cId="3695820081" sldId="293"/>
            <ac:picMk id="28" creationId="{C7962BAB-EB3A-DE83-9178-30BE32BC3849}"/>
          </ac:picMkLst>
        </pc:picChg>
      </pc:sldChg>
      <pc:sldChg chg="modSp mod">
        <pc:chgData name="annie alexis" userId="affe366407a0e1ea" providerId="LiveId" clId="{9E0DD160-9889-4857-AD7D-F4AD7C6F2C68}" dt="2025-12-07T14:12:06.570" v="3241" actId="15"/>
        <pc:sldMkLst>
          <pc:docMk/>
          <pc:sldMk cId="1605306264" sldId="295"/>
        </pc:sldMkLst>
        <pc:spChg chg="mod">
          <ac:chgData name="annie alexis" userId="affe366407a0e1ea" providerId="LiveId" clId="{9E0DD160-9889-4857-AD7D-F4AD7C6F2C68}" dt="2025-12-06T14:36:21.347" v="715" actId="113"/>
          <ac:spMkLst>
            <pc:docMk/>
            <pc:sldMk cId="1605306264" sldId="295"/>
            <ac:spMk id="2" creationId="{51866CF7-69F4-F432-4747-28EF15528DB9}"/>
          </ac:spMkLst>
        </pc:spChg>
        <pc:spChg chg="mod">
          <ac:chgData name="annie alexis" userId="affe366407a0e1ea" providerId="LiveId" clId="{9E0DD160-9889-4857-AD7D-F4AD7C6F2C68}" dt="2025-12-07T14:12:06.570" v="3241" actId="15"/>
          <ac:spMkLst>
            <pc:docMk/>
            <pc:sldMk cId="1605306264" sldId="295"/>
            <ac:spMk id="3" creationId="{44082E89-DB15-6D26-7098-DA9792B0B085}"/>
          </ac:spMkLst>
        </pc:spChg>
        <pc:picChg chg="mod">
          <ac:chgData name="annie alexis" userId="affe366407a0e1ea" providerId="LiveId" clId="{9E0DD160-9889-4857-AD7D-F4AD7C6F2C68}" dt="2025-12-06T14:25:30.721" v="474" actId="1440"/>
          <ac:picMkLst>
            <pc:docMk/>
            <pc:sldMk cId="1605306264" sldId="295"/>
            <ac:picMk id="7" creationId="{91D71554-4761-5A33-F3DF-404B147ACE4F}"/>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4C3C3A6-B337-4D83-9CDB-B9C35780FF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B1C79A68-3D73-4695-8C1E-3CDBCB536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97C6B7-F63D-48F8-8C65-A57506B0F13B}" type="datetimeFigureOut">
              <a:rPr lang="en-US" smtClean="0"/>
              <a:t>12/7/2025</a:t>
            </a:fld>
            <a:endParaRPr lang="en-US" dirty="0"/>
          </a:p>
        </p:txBody>
      </p:sp>
      <p:sp>
        <p:nvSpPr>
          <p:cNvPr id="4" name="Footer Placeholder 3">
            <a:extLst>
              <a:ext uri="{FF2B5EF4-FFF2-40B4-BE49-F238E27FC236}">
                <a16:creationId xmlns:a16="http://schemas.microsoft.com/office/drawing/2014/main" id="{3CF5045C-A7CE-41D4-85C5-0E9ACEEF9B2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59ABD0F-F8EA-4B9F-8647-FC7D4AE3D83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AB78DD-9481-4863-BCCC-946573546DA1}" type="slidenum">
              <a:rPr lang="en-US" smtClean="0"/>
              <a:t>‹#›</a:t>
            </a:fld>
            <a:endParaRPr lang="en-US" dirty="0"/>
          </a:p>
        </p:txBody>
      </p:sp>
    </p:spTree>
    <p:extLst>
      <p:ext uri="{BB962C8B-B14F-4D97-AF65-F5344CB8AC3E}">
        <p14:creationId xmlns:p14="http://schemas.microsoft.com/office/powerpoint/2010/main" val="5850403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09A0FA-2191-4F92-A1E4-6EB4598AC4EC}" type="datetimeFigureOut">
              <a:rPr lang="en-US" smtClean="0"/>
              <a:t>12/7/2025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3359F2-43EF-4812-9DC0-98C0B1A40681}" type="slidenum">
              <a:rPr lang="en-US" smtClean="0"/>
              <a:t>‹#›</a:t>
            </a:fld>
            <a:endParaRPr lang="en-US" dirty="0"/>
          </a:p>
        </p:txBody>
      </p:sp>
    </p:spTree>
    <p:extLst>
      <p:ext uri="{BB962C8B-B14F-4D97-AF65-F5344CB8AC3E}">
        <p14:creationId xmlns:p14="http://schemas.microsoft.com/office/powerpoint/2010/main" val="470111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1</a:t>
            </a:fld>
            <a:endParaRPr lang="en-US" dirty="0"/>
          </a:p>
        </p:txBody>
      </p:sp>
    </p:spTree>
    <p:extLst>
      <p:ext uri="{BB962C8B-B14F-4D97-AF65-F5344CB8AC3E}">
        <p14:creationId xmlns:p14="http://schemas.microsoft.com/office/powerpoint/2010/main" val="1983523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2</a:t>
            </a:fld>
            <a:endParaRPr lang="en-US" dirty="0"/>
          </a:p>
        </p:txBody>
      </p:sp>
    </p:spTree>
    <p:extLst>
      <p:ext uri="{BB962C8B-B14F-4D97-AF65-F5344CB8AC3E}">
        <p14:creationId xmlns:p14="http://schemas.microsoft.com/office/powerpoint/2010/main" val="9728502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3</a:t>
            </a:fld>
            <a:endParaRPr lang="en-US" dirty="0"/>
          </a:p>
        </p:txBody>
      </p:sp>
    </p:spTree>
    <p:extLst>
      <p:ext uri="{BB962C8B-B14F-4D97-AF65-F5344CB8AC3E}">
        <p14:creationId xmlns:p14="http://schemas.microsoft.com/office/powerpoint/2010/main" val="39465740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4</a:t>
            </a:fld>
            <a:endParaRPr lang="en-US" dirty="0"/>
          </a:p>
        </p:txBody>
      </p:sp>
    </p:spTree>
    <p:extLst>
      <p:ext uri="{BB962C8B-B14F-4D97-AF65-F5344CB8AC3E}">
        <p14:creationId xmlns:p14="http://schemas.microsoft.com/office/powerpoint/2010/main" val="10397931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5</a:t>
            </a:fld>
            <a:endParaRPr lang="en-US" dirty="0"/>
          </a:p>
        </p:txBody>
      </p:sp>
    </p:spTree>
    <p:extLst>
      <p:ext uri="{BB962C8B-B14F-4D97-AF65-F5344CB8AC3E}">
        <p14:creationId xmlns:p14="http://schemas.microsoft.com/office/powerpoint/2010/main" val="9907043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6</a:t>
            </a:fld>
            <a:endParaRPr lang="en-US" dirty="0"/>
          </a:p>
        </p:txBody>
      </p:sp>
    </p:spTree>
    <p:extLst>
      <p:ext uri="{BB962C8B-B14F-4D97-AF65-F5344CB8AC3E}">
        <p14:creationId xmlns:p14="http://schemas.microsoft.com/office/powerpoint/2010/main" val="16570271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7</a:t>
            </a:fld>
            <a:endParaRPr lang="en-US" dirty="0"/>
          </a:p>
        </p:txBody>
      </p:sp>
    </p:spTree>
    <p:extLst>
      <p:ext uri="{BB962C8B-B14F-4D97-AF65-F5344CB8AC3E}">
        <p14:creationId xmlns:p14="http://schemas.microsoft.com/office/powerpoint/2010/main" val="36902895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8</a:t>
            </a:fld>
            <a:endParaRPr lang="en-US" dirty="0"/>
          </a:p>
        </p:txBody>
      </p:sp>
    </p:spTree>
    <p:extLst>
      <p:ext uri="{BB962C8B-B14F-4D97-AF65-F5344CB8AC3E}">
        <p14:creationId xmlns:p14="http://schemas.microsoft.com/office/powerpoint/2010/main" val="20470239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9</a:t>
            </a:fld>
            <a:endParaRPr lang="en-US" dirty="0"/>
          </a:p>
        </p:txBody>
      </p:sp>
    </p:spTree>
    <p:extLst>
      <p:ext uri="{BB962C8B-B14F-4D97-AF65-F5344CB8AC3E}">
        <p14:creationId xmlns:p14="http://schemas.microsoft.com/office/powerpoint/2010/main" val="11748038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10</a:t>
            </a:fld>
            <a:endParaRPr lang="en-US" dirty="0"/>
          </a:p>
        </p:txBody>
      </p:sp>
    </p:spTree>
    <p:extLst>
      <p:ext uri="{BB962C8B-B14F-4D97-AF65-F5344CB8AC3E}">
        <p14:creationId xmlns:p14="http://schemas.microsoft.com/office/powerpoint/2010/main" val="35096703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7666156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5957535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2014896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861492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20XX</a:t>
            </a:r>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491554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20XX</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3297532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20XX</a:t>
            </a:r>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3201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r>
              <a:rPr lang="en-US"/>
              <a:t>20XX</a:t>
            </a:r>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4989077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458643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0873301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r>
              <a:rPr lang="en-US"/>
              <a:t>20XX</a:t>
            </a:r>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039887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31937252-EACE-4232-855F-5C47E3F8B087}"/>
              </a:ext>
            </a:extLst>
          </p:cNvPr>
          <p:cNvSpPr>
            <a:spLocks noGrp="1"/>
          </p:cNvSpPr>
          <p:nvPr>
            <p:ph type="ctrTitle" hasCustomPrompt="1"/>
          </p:nvPr>
        </p:nvSpPr>
        <p:spPr>
          <a:xfrm>
            <a:off x="457200" y="1070901"/>
            <a:ext cx="11265407" cy="1499616"/>
          </a:xfrm>
        </p:spPr>
        <p:txBody>
          <a:bodyPr>
            <a:noAutofit/>
          </a:bodyPr>
          <a:lstStyle>
            <a:lvl1pPr>
              <a:defRPr/>
            </a:lvl1pPr>
          </a:lstStyle>
          <a:p>
            <a:r>
              <a:rPr lang="en-US" dirty="0"/>
              <a:t>Click to add title</a:t>
            </a:r>
          </a:p>
        </p:txBody>
      </p:sp>
      <p:sp>
        <p:nvSpPr>
          <p:cNvPr id="25" name="Picture Placeholder 24">
            <a:extLst>
              <a:ext uri="{FF2B5EF4-FFF2-40B4-BE49-F238E27FC236}">
                <a16:creationId xmlns:a16="http://schemas.microsoft.com/office/drawing/2014/main" id="{CBA6DBC1-39A1-48A6-8B81-3CD966D06E81}"/>
              </a:ext>
            </a:extLst>
          </p:cNvPr>
          <p:cNvSpPr>
            <a:spLocks noGrp="1"/>
          </p:cNvSpPr>
          <p:nvPr>
            <p:ph type="pic" sz="quarter" idx="13" hasCustomPrompt="1"/>
          </p:nvPr>
        </p:nvSpPr>
        <p:spPr>
          <a:xfrm>
            <a:off x="448055" y="3103684"/>
            <a:ext cx="11274551" cy="3287971"/>
          </a:xfrm>
          <a:solidFill>
            <a:schemeClr val="accent2"/>
          </a:solidFill>
        </p:spPr>
        <p:txBody>
          <a:bodyPr anchor="t" anchorCtr="0">
            <a:normAutofit/>
          </a:bodyPr>
          <a:lstStyle>
            <a:lvl1pPr marL="0" indent="0" algn="ctr">
              <a:buNone/>
              <a:defRPr/>
            </a:lvl1pPr>
          </a:lstStyle>
          <a:p>
            <a:r>
              <a:rPr lang="en-US" dirty="0"/>
              <a:t>Click to add picture</a:t>
            </a:r>
          </a:p>
        </p:txBody>
      </p:sp>
    </p:spTree>
    <p:extLst>
      <p:ext uri="{BB962C8B-B14F-4D97-AF65-F5344CB8AC3E}">
        <p14:creationId xmlns:p14="http://schemas.microsoft.com/office/powerpoint/2010/main" val="22281959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926BD44-2224-46FF-A4E7-9C9FFE19726B}"/>
              </a:ext>
            </a:extLst>
          </p:cNvPr>
          <p:cNvSpPr>
            <a:spLocks noGrp="1"/>
          </p:cNvSpPr>
          <p:nvPr>
            <p:ph type="title"/>
          </p:nvPr>
        </p:nvSpPr>
        <p:spPr>
          <a:xfrm>
            <a:off x="457200" y="640079"/>
            <a:ext cx="3657600" cy="2100851"/>
          </a:xfrm>
        </p:spPr>
        <p:txBody>
          <a:bodyPr>
            <a:noAutofit/>
          </a:bodyPr>
          <a:lstStyle>
            <a:lvl1pPr>
              <a:defRPr/>
            </a:lvl1pPr>
          </a:lstStyle>
          <a:p>
            <a:r>
              <a:rPr lang="en-US"/>
              <a:t>Click to edit Master title style</a:t>
            </a:r>
            <a:endParaRPr lang="en-US" dirty="0"/>
          </a:p>
        </p:txBody>
      </p:sp>
      <p:sp>
        <p:nvSpPr>
          <p:cNvPr id="2" name="Content Placeholder 5">
            <a:extLst>
              <a:ext uri="{FF2B5EF4-FFF2-40B4-BE49-F238E27FC236}">
                <a16:creationId xmlns:a16="http://schemas.microsoft.com/office/drawing/2014/main" id="{FC87D77D-2EA4-028B-1ACF-E1120CE8F0E0}"/>
              </a:ext>
            </a:extLst>
          </p:cNvPr>
          <p:cNvSpPr>
            <a:spLocks noGrp="1"/>
          </p:cNvSpPr>
          <p:nvPr>
            <p:ph sz="quarter" idx="4" hasCustomPrompt="1"/>
          </p:nvPr>
        </p:nvSpPr>
        <p:spPr>
          <a:xfrm>
            <a:off x="457201" y="2862470"/>
            <a:ext cx="3657600" cy="3510898"/>
          </a:xfrm>
        </p:spPr>
        <p:txBody>
          <a:bodyPr anchor="t" anchorCtr="0">
            <a:normAutofit/>
          </a:bodyPr>
          <a:lstStyle>
            <a:lvl1pPr marL="0" indent="0">
              <a:buNone/>
              <a:defRPr/>
            </a:lvl1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a:extLst>
              <a:ext uri="{FF2B5EF4-FFF2-40B4-BE49-F238E27FC236}">
                <a16:creationId xmlns:a16="http://schemas.microsoft.com/office/drawing/2014/main" id="{CCFA45C0-9EBE-13AF-9B5D-9D5F4BF223E0}"/>
              </a:ext>
            </a:extLst>
          </p:cNvPr>
          <p:cNvSpPr>
            <a:spLocks noGrp="1"/>
          </p:cNvSpPr>
          <p:nvPr>
            <p:ph type="pic" sz="quarter" idx="13" hasCustomPrompt="1"/>
          </p:nvPr>
        </p:nvSpPr>
        <p:spPr>
          <a:xfrm>
            <a:off x="4242815" y="640080"/>
            <a:ext cx="7491984" cy="5751576"/>
          </a:xfrm>
          <a:custGeom>
            <a:avLst/>
            <a:gdLst>
              <a:gd name="connsiteX0" fmla="*/ 3800341 w 7491984"/>
              <a:gd name="connsiteY0" fmla="*/ 0 h 5751576"/>
              <a:gd name="connsiteX1" fmla="*/ 7491984 w 7491984"/>
              <a:gd name="connsiteY1" fmla="*/ 0 h 5751576"/>
              <a:gd name="connsiteX2" fmla="*/ 7491984 w 7491984"/>
              <a:gd name="connsiteY2" fmla="*/ 5751576 h 5751576"/>
              <a:gd name="connsiteX3" fmla="*/ 3800341 w 7491984"/>
              <a:gd name="connsiteY3" fmla="*/ 5751576 h 5751576"/>
              <a:gd name="connsiteX4" fmla="*/ 0 w 7491984"/>
              <a:gd name="connsiteY4" fmla="*/ 0 h 5751576"/>
              <a:gd name="connsiteX5" fmla="*/ 3696432 w 7491984"/>
              <a:gd name="connsiteY5" fmla="*/ 0 h 5751576"/>
              <a:gd name="connsiteX6" fmla="*/ 3696432 w 7491984"/>
              <a:gd name="connsiteY6" fmla="*/ 5751576 h 5751576"/>
              <a:gd name="connsiteX7" fmla="*/ 0 w 7491984"/>
              <a:gd name="connsiteY7" fmla="*/ 5751576 h 5751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91984" h="5751576">
                <a:moveTo>
                  <a:pt x="3800341" y="0"/>
                </a:moveTo>
                <a:lnTo>
                  <a:pt x="7491984" y="0"/>
                </a:lnTo>
                <a:lnTo>
                  <a:pt x="7491984" y="5751576"/>
                </a:lnTo>
                <a:lnTo>
                  <a:pt x="3800341" y="5751576"/>
                </a:lnTo>
                <a:close/>
                <a:moveTo>
                  <a:pt x="0" y="0"/>
                </a:moveTo>
                <a:lnTo>
                  <a:pt x="3696432" y="0"/>
                </a:lnTo>
                <a:lnTo>
                  <a:pt x="3696432" y="5751576"/>
                </a:lnTo>
                <a:lnTo>
                  <a:pt x="0" y="5751576"/>
                </a:lnTo>
                <a:close/>
              </a:path>
            </a:pathLst>
          </a:custGeom>
          <a:solidFill>
            <a:schemeClr val="accent2"/>
          </a:solidFill>
        </p:spPr>
        <p:txBody>
          <a:bodyPr wrap="square" anchor="t" anchorCtr="0">
            <a:noAutofit/>
          </a:bodyPr>
          <a:lstStyle>
            <a:lvl1pPr marL="0" indent="0" algn="ctr">
              <a:buNone/>
              <a:defRPr/>
            </a:lvl1pPr>
          </a:lstStyle>
          <a:p>
            <a:r>
              <a:rPr lang="en-US" dirty="0"/>
              <a:t>Click to add picture</a:t>
            </a:r>
          </a:p>
        </p:txBody>
      </p:sp>
      <p:sp>
        <p:nvSpPr>
          <p:cNvPr id="9" name="Date Placeholder 8">
            <a:extLst>
              <a:ext uri="{FF2B5EF4-FFF2-40B4-BE49-F238E27FC236}">
                <a16:creationId xmlns:a16="http://schemas.microsoft.com/office/drawing/2014/main" id="{D5DDC5FA-EEDB-898F-533E-4094ADA899B9}"/>
              </a:ext>
            </a:extLst>
          </p:cNvPr>
          <p:cNvSpPr>
            <a:spLocks noGrp="1"/>
          </p:cNvSpPr>
          <p:nvPr>
            <p:ph type="dt" sz="half" idx="15"/>
          </p:nvPr>
        </p:nvSpPr>
        <p:spPr/>
        <p:txBody>
          <a:bodyPr/>
          <a:lstStyle/>
          <a:p>
            <a:r>
              <a:rPr lang="en-US"/>
              <a:t>20XX</a:t>
            </a:r>
            <a:endParaRPr lang="en-US" dirty="0"/>
          </a:p>
        </p:txBody>
      </p:sp>
      <p:sp>
        <p:nvSpPr>
          <p:cNvPr id="12" name="Footer Placeholder 11">
            <a:extLst>
              <a:ext uri="{FF2B5EF4-FFF2-40B4-BE49-F238E27FC236}">
                <a16:creationId xmlns:a16="http://schemas.microsoft.com/office/drawing/2014/main" id="{E79B0359-4B55-D899-E584-A8E6B2ED9123}"/>
              </a:ext>
            </a:extLst>
          </p:cNvPr>
          <p:cNvSpPr>
            <a:spLocks noGrp="1"/>
          </p:cNvSpPr>
          <p:nvPr>
            <p:ph type="ftr" sz="quarter" idx="16"/>
          </p:nvPr>
        </p:nvSpPr>
        <p:spPr/>
        <p:txBody>
          <a:bodyPr/>
          <a:lstStyle/>
          <a:p>
            <a:endParaRPr lang="en-US" dirty="0"/>
          </a:p>
        </p:txBody>
      </p:sp>
      <p:sp>
        <p:nvSpPr>
          <p:cNvPr id="13" name="Slide Number Placeholder 12">
            <a:extLst>
              <a:ext uri="{FF2B5EF4-FFF2-40B4-BE49-F238E27FC236}">
                <a16:creationId xmlns:a16="http://schemas.microsoft.com/office/drawing/2014/main" id="{6B916D02-76FE-EAED-CC51-A50448811F7D}"/>
              </a:ext>
            </a:extLst>
          </p:cNvPr>
          <p:cNvSpPr>
            <a:spLocks noGrp="1"/>
          </p:cNvSpPr>
          <p:nvPr>
            <p:ph type="sldNum" sz="quarter" idx="17"/>
          </p:nvPr>
        </p:nvSpPr>
        <p:spPr>
          <a:xfrm>
            <a:off x="10682289" y="6423914"/>
            <a:ext cx="105251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03417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ection Break">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E787D40-90B5-470E-95A2-784F1CB479C9}"/>
              </a:ext>
            </a:extLst>
          </p:cNvPr>
          <p:cNvSpPr>
            <a:spLocks noGrp="1"/>
          </p:cNvSpPr>
          <p:nvPr>
            <p:ph type="ctrTitle" hasCustomPrompt="1"/>
          </p:nvPr>
        </p:nvSpPr>
        <p:spPr>
          <a:xfrm>
            <a:off x="449580" y="4423702"/>
            <a:ext cx="11292839" cy="1550378"/>
          </a:xfrm>
        </p:spPr>
        <p:txBody>
          <a:bodyPr>
            <a:noAutofit/>
          </a:bodyPr>
          <a:lstStyle>
            <a:lvl1pPr algn="ctr">
              <a:defRPr/>
            </a:lvl1pPr>
          </a:lstStyle>
          <a:p>
            <a:r>
              <a:rPr lang="en-US" dirty="0"/>
              <a:t>Click to add title</a:t>
            </a:r>
          </a:p>
        </p:txBody>
      </p:sp>
      <p:sp>
        <p:nvSpPr>
          <p:cNvPr id="3" name="Picture Placeholder 2">
            <a:extLst>
              <a:ext uri="{FF2B5EF4-FFF2-40B4-BE49-F238E27FC236}">
                <a16:creationId xmlns:a16="http://schemas.microsoft.com/office/drawing/2014/main" id="{D528BC27-38F1-47F3-EC35-7DD8B88A7533}"/>
              </a:ext>
            </a:extLst>
          </p:cNvPr>
          <p:cNvSpPr>
            <a:spLocks noGrp="1"/>
          </p:cNvSpPr>
          <p:nvPr>
            <p:ph type="pic" sz="quarter" idx="13" hasCustomPrompt="1"/>
          </p:nvPr>
        </p:nvSpPr>
        <p:spPr>
          <a:xfrm>
            <a:off x="449580" y="705104"/>
            <a:ext cx="11292840" cy="3643376"/>
          </a:xfrm>
          <a:custGeom>
            <a:avLst/>
            <a:gdLst>
              <a:gd name="connsiteX0" fmla="*/ 7593576 w 11292840"/>
              <a:gd name="connsiteY0" fmla="*/ 0 h 3643376"/>
              <a:gd name="connsiteX1" fmla="*/ 11292840 w 11292840"/>
              <a:gd name="connsiteY1" fmla="*/ 0 h 3643376"/>
              <a:gd name="connsiteX2" fmla="*/ 11292840 w 11292840"/>
              <a:gd name="connsiteY2" fmla="*/ 3643376 h 3643376"/>
              <a:gd name="connsiteX3" fmla="*/ 7593576 w 11292840"/>
              <a:gd name="connsiteY3" fmla="*/ 3643376 h 3643376"/>
              <a:gd name="connsiteX4" fmla="*/ 0 w 11292840"/>
              <a:gd name="connsiteY4" fmla="*/ 0 h 3643376"/>
              <a:gd name="connsiteX5" fmla="*/ 7489667 w 11292840"/>
              <a:gd name="connsiteY5" fmla="*/ 0 h 3643376"/>
              <a:gd name="connsiteX6" fmla="*/ 7489667 w 11292840"/>
              <a:gd name="connsiteY6" fmla="*/ 3643376 h 3643376"/>
              <a:gd name="connsiteX7" fmla="*/ 0 w 11292840"/>
              <a:gd name="connsiteY7" fmla="*/ 3643376 h 3643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92840" h="3643376">
                <a:moveTo>
                  <a:pt x="7593576" y="0"/>
                </a:moveTo>
                <a:lnTo>
                  <a:pt x="11292840" y="0"/>
                </a:lnTo>
                <a:lnTo>
                  <a:pt x="11292840" y="3643376"/>
                </a:lnTo>
                <a:lnTo>
                  <a:pt x="7593576" y="3643376"/>
                </a:lnTo>
                <a:close/>
                <a:moveTo>
                  <a:pt x="0" y="0"/>
                </a:moveTo>
                <a:lnTo>
                  <a:pt x="7489667" y="0"/>
                </a:lnTo>
                <a:lnTo>
                  <a:pt x="7489667" y="3643376"/>
                </a:lnTo>
                <a:lnTo>
                  <a:pt x="0" y="3643376"/>
                </a:lnTo>
                <a:close/>
              </a:path>
            </a:pathLst>
          </a:custGeom>
          <a:solidFill>
            <a:schemeClr val="accent2"/>
          </a:solidFill>
        </p:spPr>
        <p:txBody>
          <a:bodyPr wrap="square" anchor="t">
            <a:noAutofit/>
          </a:bodyPr>
          <a:lstStyle>
            <a:lvl1pPr marL="0" indent="0" algn="ctr">
              <a:buNone/>
              <a:defRPr/>
            </a:lvl1pPr>
          </a:lstStyle>
          <a:p>
            <a:pPr marL="0" marR="0" lvl="0" indent="0" algn="ctr"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dirty="0"/>
              <a:t>Click to add picture</a:t>
            </a:r>
          </a:p>
          <a:p>
            <a:endParaRPr lang="en-US" dirty="0"/>
          </a:p>
        </p:txBody>
      </p:sp>
    </p:spTree>
    <p:extLst>
      <p:ext uri="{BB962C8B-B14F-4D97-AF65-F5344CB8AC3E}">
        <p14:creationId xmlns:p14="http://schemas.microsoft.com/office/powerpoint/2010/main" val="6253343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 subtitle + pictur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436882" y="629920"/>
            <a:ext cx="3606800" cy="2809240"/>
          </a:xfrm>
        </p:spPr>
        <p:txBody>
          <a:bodyPr anchor="b">
            <a:noAutofit/>
          </a:bodyPr>
          <a:lstStyle>
            <a:lvl1pPr algn="l">
              <a:defRPr sz="2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p:nvPr>
        </p:nvSpPr>
        <p:spPr>
          <a:xfrm>
            <a:off x="436881" y="3698240"/>
            <a:ext cx="3606800" cy="2271076"/>
          </a:xfrm>
        </p:spPr>
        <p:txBody>
          <a:bodyPr anchor="t">
            <a:no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a:xfrm>
            <a:off x="10702608" y="6423914"/>
            <a:ext cx="1052510" cy="365125"/>
          </a:xfrm>
        </p:spPr>
        <p:txBody>
          <a:bodyPr/>
          <a:lstStyle/>
          <a:p>
            <a:fld id="{CBD12358-51D2-46B3-9BDE-DF29528B9454}" type="slidenum">
              <a:rPr lang="en-US" smtClean="0"/>
              <a:t>‹#›</a:t>
            </a:fld>
            <a:endParaRPr lang="en-US" dirty="0"/>
          </a:p>
        </p:txBody>
      </p:sp>
      <p:sp>
        <p:nvSpPr>
          <p:cNvPr id="9" name="Picture Placeholder 8">
            <a:extLst>
              <a:ext uri="{FF2B5EF4-FFF2-40B4-BE49-F238E27FC236}">
                <a16:creationId xmlns:a16="http://schemas.microsoft.com/office/drawing/2014/main" id="{454FD2A1-D363-7C44-2A72-54E8B397D31A}"/>
              </a:ext>
            </a:extLst>
          </p:cNvPr>
          <p:cNvSpPr>
            <a:spLocks noGrp="1"/>
          </p:cNvSpPr>
          <p:nvPr>
            <p:ph type="pic" sz="quarter" idx="13"/>
          </p:nvPr>
        </p:nvSpPr>
        <p:spPr>
          <a:xfrm>
            <a:off x="4236720" y="650240"/>
            <a:ext cx="7518398" cy="5713918"/>
          </a:xfrm>
          <a:custGeom>
            <a:avLst/>
            <a:gdLst>
              <a:gd name="connsiteX0" fmla="*/ 3806436 w 7518398"/>
              <a:gd name="connsiteY0" fmla="*/ 4479475 h 5713918"/>
              <a:gd name="connsiteX1" fmla="*/ 7518398 w 7518398"/>
              <a:gd name="connsiteY1" fmla="*/ 4479475 h 5713918"/>
              <a:gd name="connsiteX2" fmla="*/ 7518398 w 7518398"/>
              <a:gd name="connsiteY2" fmla="*/ 5713918 h 5713918"/>
              <a:gd name="connsiteX3" fmla="*/ 3806436 w 7518398"/>
              <a:gd name="connsiteY3" fmla="*/ 5713918 h 5713918"/>
              <a:gd name="connsiteX4" fmla="*/ 0 w 7518398"/>
              <a:gd name="connsiteY4" fmla="*/ 4479475 h 5713918"/>
              <a:gd name="connsiteX5" fmla="*/ 3702527 w 7518398"/>
              <a:gd name="connsiteY5" fmla="*/ 4479475 h 5713918"/>
              <a:gd name="connsiteX6" fmla="*/ 3702527 w 7518398"/>
              <a:gd name="connsiteY6" fmla="*/ 5713918 h 5713918"/>
              <a:gd name="connsiteX7" fmla="*/ 0 w 7518398"/>
              <a:gd name="connsiteY7" fmla="*/ 5713918 h 5713918"/>
              <a:gd name="connsiteX8" fmla="*/ 3806436 w 7518398"/>
              <a:gd name="connsiteY8" fmla="*/ 0 h 5713918"/>
              <a:gd name="connsiteX9" fmla="*/ 7518398 w 7518398"/>
              <a:gd name="connsiteY9" fmla="*/ 0 h 5713918"/>
              <a:gd name="connsiteX10" fmla="*/ 7518398 w 7518398"/>
              <a:gd name="connsiteY10" fmla="*/ 4379183 h 5713918"/>
              <a:gd name="connsiteX11" fmla="*/ 3806436 w 7518398"/>
              <a:gd name="connsiteY11" fmla="*/ 4379183 h 5713918"/>
              <a:gd name="connsiteX12" fmla="*/ 0 w 7518398"/>
              <a:gd name="connsiteY12" fmla="*/ 0 h 5713918"/>
              <a:gd name="connsiteX13" fmla="*/ 3702527 w 7518398"/>
              <a:gd name="connsiteY13" fmla="*/ 0 h 5713918"/>
              <a:gd name="connsiteX14" fmla="*/ 3702527 w 7518398"/>
              <a:gd name="connsiteY14" fmla="*/ 4379183 h 5713918"/>
              <a:gd name="connsiteX15" fmla="*/ 0 w 7518398"/>
              <a:gd name="connsiteY15" fmla="*/ 4379183 h 5713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518398" h="5713918">
                <a:moveTo>
                  <a:pt x="3806436" y="4479475"/>
                </a:moveTo>
                <a:lnTo>
                  <a:pt x="7518398" y="4479475"/>
                </a:lnTo>
                <a:lnTo>
                  <a:pt x="7518398" y="5713918"/>
                </a:lnTo>
                <a:lnTo>
                  <a:pt x="3806436" y="5713918"/>
                </a:lnTo>
                <a:close/>
                <a:moveTo>
                  <a:pt x="0" y="4479475"/>
                </a:moveTo>
                <a:lnTo>
                  <a:pt x="3702527" y="4479475"/>
                </a:lnTo>
                <a:lnTo>
                  <a:pt x="3702527" y="5713918"/>
                </a:lnTo>
                <a:lnTo>
                  <a:pt x="0" y="5713918"/>
                </a:lnTo>
                <a:close/>
                <a:moveTo>
                  <a:pt x="3806436" y="0"/>
                </a:moveTo>
                <a:lnTo>
                  <a:pt x="7518398" y="0"/>
                </a:lnTo>
                <a:lnTo>
                  <a:pt x="7518398" y="4379183"/>
                </a:lnTo>
                <a:lnTo>
                  <a:pt x="3806436" y="4379183"/>
                </a:lnTo>
                <a:close/>
                <a:moveTo>
                  <a:pt x="0" y="0"/>
                </a:moveTo>
                <a:lnTo>
                  <a:pt x="3702527" y="0"/>
                </a:lnTo>
                <a:lnTo>
                  <a:pt x="3702527" y="4379183"/>
                </a:lnTo>
                <a:lnTo>
                  <a:pt x="0" y="4379183"/>
                </a:lnTo>
                <a:close/>
              </a:path>
            </a:pathLst>
          </a:custGeom>
          <a:solidFill>
            <a:schemeClr val="accent2"/>
          </a:solidFill>
        </p:spPr>
        <p:txBody>
          <a:bodyPr wrap="square" anchor="t">
            <a:noAutofit/>
          </a:bodyPr>
          <a:lstStyle/>
          <a:p>
            <a:r>
              <a:rPr lang="en-US"/>
              <a:t>Click icon to add picture</a:t>
            </a:r>
            <a:endParaRPr lang="en-US" dirty="0"/>
          </a:p>
        </p:txBody>
      </p:sp>
    </p:spTree>
    <p:extLst>
      <p:ext uri="{BB962C8B-B14F-4D97-AF65-F5344CB8AC3E}">
        <p14:creationId xmlns:p14="http://schemas.microsoft.com/office/powerpoint/2010/main" val="37357795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Introduction bottom">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9CC542F-D03C-4537-9B6E-7F653B651524}"/>
              </a:ext>
            </a:extLst>
          </p:cNvPr>
          <p:cNvSpPr>
            <a:spLocks noGrp="1"/>
          </p:cNvSpPr>
          <p:nvPr>
            <p:ph type="title" hasCustomPrompt="1"/>
          </p:nvPr>
        </p:nvSpPr>
        <p:spPr>
          <a:xfrm>
            <a:off x="457200" y="2878091"/>
            <a:ext cx="3729789" cy="3440485"/>
          </a:xfrm>
        </p:spPr>
        <p:txBody>
          <a:bodyPr tIns="182880" bIns="182880" anchor="ctr" anchorCtr="0">
            <a:noAutofit/>
          </a:bodyPr>
          <a:lstStyle/>
          <a:p>
            <a:r>
              <a:rPr lang="en-US" dirty="0"/>
              <a:t>Click to add title</a:t>
            </a:r>
            <a:endParaRPr lang="en-US" dirty="0">
              <a:solidFill>
                <a:schemeClr val="tx2"/>
              </a:solidFill>
            </a:endParaRPr>
          </a:p>
        </p:txBody>
      </p:sp>
      <p:sp>
        <p:nvSpPr>
          <p:cNvPr id="3" name="Picture Placeholder 2">
            <a:extLst>
              <a:ext uri="{FF2B5EF4-FFF2-40B4-BE49-F238E27FC236}">
                <a16:creationId xmlns:a16="http://schemas.microsoft.com/office/drawing/2014/main" id="{130F1D2B-CBE7-6279-2158-7A9F3B5D5C61}"/>
              </a:ext>
            </a:extLst>
          </p:cNvPr>
          <p:cNvSpPr>
            <a:spLocks noGrp="1"/>
          </p:cNvSpPr>
          <p:nvPr>
            <p:ph type="pic" sz="quarter" idx="19" hasCustomPrompt="1"/>
          </p:nvPr>
        </p:nvSpPr>
        <p:spPr>
          <a:xfrm>
            <a:off x="457200" y="670560"/>
            <a:ext cx="11267440" cy="2139696"/>
          </a:xfrm>
          <a:custGeom>
            <a:avLst/>
            <a:gdLst>
              <a:gd name="connsiteX0" fmla="*/ 3783068 w 11267440"/>
              <a:gd name="connsiteY0" fmla="*/ 0 h 2139696"/>
              <a:gd name="connsiteX1" fmla="*/ 11267440 w 11267440"/>
              <a:gd name="connsiteY1" fmla="*/ 0 h 2139696"/>
              <a:gd name="connsiteX2" fmla="*/ 11267440 w 11267440"/>
              <a:gd name="connsiteY2" fmla="*/ 2139696 h 2139696"/>
              <a:gd name="connsiteX3" fmla="*/ 3783068 w 11267440"/>
              <a:gd name="connsiteY3" fmla="*/ 2139696 h 2139696"/>
              <a:gd name="connsiteX4" fmla="*/ 0 w 11267440"/>
              <a:gd name="connsiteY4" fmla="*/ 0 h 2139696"/>
              <a:gd name="connsiteX5" fmla="*/ 3677799 w 11267440"/>
              <a:gd name="connsiteY5" fmla="*/ 0 h 2139696"/>
              <a:gd name="connsiteX6" fmla="*/ 3677799 w 11267440"/>
              <a:gd name="connsiteY6" fmla="*/ 2139696 h 2139696"/>
              <a:gd name="connsiteX7" fmla="*/ 0 w 11267440"/>
              <a:gd name="connsiteY7" fmla="*/ 2139696 h 2139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67440" h="2139696">
                <a:moveTo>
                  <a:pt x="3783068" y="0"/>
                </a:moveTo>
                <a:lnTo>
                  <a:pt x="11267440" y="0"/>
                </a:lnTo>
                <a:lnTo>
                  <a:pt x="11267440" y="2139696"/>
                </a:lnTo>
                <a:lnTo>
                  <a:pt x="3783068" y="2139696"/>
                </a:lnTo>
                <a:close/>
                <a:moveTo>
                  <a:pt x="0" y="0"/>
                </a:moveTo>
                <a:lnTo>
                  <a:pt x="3677799" y="0"/>
                </a:lnTo>
                <a:lnTo>
                  <a:pt x="3677799" y="2139696"/>
                </a:lnTo>
                <a:lnTo>
                  <a:pt x="0" y="2139696"/>
                </a:lnTo>
                <a:close/>
              </a:path>
            </a:pathLst>
          </a:custGeom>
          <a:solidFill>
            <a:schemeClr val="accent2"/>
          </a:solidFill>
        </p:spPr>
        <p:txBody>
          <a:bodyPr wrap="square" anchor="t" anchorCtr="0">
            <a:noAutofit/>
          </a:bodyPr>
          <a:lstStyle>
            <a:lvl1pPr marL="0" indent="0" algn="ctr">
              <a:buNone/>
              <a:defRPr/>
            </a:lvl1pPr>
          </a:lstStyle>
          <a:p>
            <a:r>
              <a:rPr lang="en-US" dirty="0"/>
              <a:t>Click to add picture</a:t>
            </a:r>
          </a:p>
        </p:txBody>
      </p:sp>
      <p:sp>
        <p:nvSpPr>
          <p:cNvPr id="7" name="Content Placeholder 5">
            <a:extLst>
              <a:ext uri="{FF2B5EF4-FFF2-40B4-BE49-F238E27FC236}">
                <a16:creationId xmlns:a16="http://schemas.microsoft.com/office/drawing/2014/main" id="{135EE74D-5A60-B83C-5C2D-7B6FEA778FCB}"/>
              </a:ext>
            </a:extLst>
          </p:cNvPr>
          <p:cNvSpPr>
            <a:spLocks noGrp="1"/>
          </p:cNvSpPr>
          <p:nvPr>
            <p:ph sz="quarter" idx="4" hasCustomPrompt="1"/>
          </p:nvPr>
        </p:nvSpPr>
        <p:spPr>
          <a:xfrm>
            <a:off x="4305827" y="2878091"/>
            <a:ext cx="7418813" cy="3440485"/>
          </a:xfrm>
        </p:spPr>
        <p:txBody>
          <a:bodyPr anchor="ctr" anchorCtr="0">
            <a:normAutofit/>
          </a:bodyPr>
          <a:lstStyle>
            <a:lvl1pPr marL="283464" indent="-283464">
              <a:buFont typeface="Arial" panose="020B0604020202020204" pitchFamily="34" charset="0"/>
              <a:buChar char="•"/>
              <a:defRPr/>
            </a:lvl1pPr>
            <a:lvl2pPr marL="283464" indent="-283464">
              <a:buFont typeface="Arial" panose="020B0604020202020204" pitchFamily="34" charset="0"/>
              <a:buChar char="•"/>
              <a:defRPr/>
            </a:lvl2pPr>
            <a:lvl3pPr marL="283464" indent="-283464">
              <a:buFont typeface="Arial" panose="020B0604020202020204" pitchFamily="34" charset="0"/>
              <a:buChar char="•"/>
              <a:defRPr/>
            </a:lvl3pPr>
            <a:lvl4pPr marL="283464" indent="-283464">
              <a:buFont typeface="Arial" panose="020B0604020202020204" pitchFamily="34" charset="0"/>
              <a:buChar char="•"/>
              <a:defRPr/>
            </a:lvl4pPr>
            <a:lvl5pPr marL="283464" indent="-283464">
              <a:buFont typeface="Arial" panose="020B0604020202020204" pitchFamily="34" charset="0"/>
              <a:buChar char="•"/>
              <a:defRPr/>
            </a:lvl5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9">
            <a:extLst>
              <a:ext uri="{FF2B5EF4-FFF2-40B4-BE49-F238E27FC236}">
                <a16:creationId xmlns:a16="http://schemas.microsoft.com/office/drawing/2014/main" id="{2BCF1FAD-0BAD-2574-3352-B152DF76C150}"/>
              </a:ext>
            </a:extLst>
          </p:cNvPr>
          <p:cNvSpPr>
            <a:spLocks noGrp="1"/>
          </p:cNvSpPr>
          <p:nvPr>
            <p:ph type="ftr" sz="quarter" idx="17"/>
          </p:nvPr>
        </p:nvSpPr>
        <p:spPr/>
        <p:txBody>
          <a:bodyPr/>
          <a:lstStyle/>
          <a:p>
            <a:endParaRPr lang="en-US" dirty="0"/>
          </a:p>
        </p:txBody>
      </p:sp>
      <p:sp>
        <p:nvSpPr>
          <p:cNvPr id="9" name="Date Placeholder 8">
            <a:extLst>
              <a:ext uri="{FF2B5EF4-FFF2-40B4-BE49-F238E27FC236}">
                <a16:creationId xmlns:a16="http://schemas.microsoft.com/office/drawing/2014/main" id="{EC328E41-645E-D257-FFF3-93344A8E4FA5}"/>
              </a:ext>
            </a:extLst>
          </p:cNvPr>
          <p:cNvSpPr>
            <a:spLocks noGrp="1"/>
          </p:cNvSpPr>
          <p:nvPr>
            <p:ph type="dt" sz="half" idx="16"/>
          </p:nvPr>
        </p:nvSpPr>
        <p:spPr/>
        <p:txBody>
          <a:bodyPr/>
          <a:lstStyle/>
          <a:p>
            <a:r>
              <a:rPr lang="en-US"/>
              <a:t>20XX</a:t>
            </a:r>
            <a:endParaRPr lang="en-US" dirty="0"/>
          </a:p>
        </p:txBody>
      </p:sp>
      <p:sp>
        <p:nvSpPr>
          <p:cNvPr id="14" name="Slide Number Placeholder 13">
            <a:extLst>
              <a:ext uri="{FF2B5EF4-FFF2-40B4-BE49-F238E27FC236}">
                <a16:creationId xmlns:a16="http://schemas.microsoft.com/office/drawing/2014/main" id="{DEF9E45A-6561-C074-14CE-B3B63476D221}"/>
              </a:ext>
            </a:extLst>
          </p:cNvPr>
          <p:cNvSpPr>
            <a:spLocks noGrp="1"/>
          </p:cNvSpPr>
          <p:nvPr>
            <p:ph type="sldNum" sz="quarter" idx="18"/>
          </p:nvPr>
        </p:nvSpPr>
        <p:spPr>
          <a:xfrm>
            <a:off x="10672130" y="6423914"/>
            <a:ext cx="105251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48583640"/>
      </p:ext>
    </p:extLst>
  </p:cSld>
  <p:clrMapOvr>
    <a:masterClrMapping/>
  </p:clrMapOvr>
  <p:extLst>
    <p:ext uri="{DCECCB84-F9BA-43D5-87BE-67443E8EF086}">
      <p15:sldGuideLst xmlns:p15="http://schemas.microsoft.com/office/powerpoint/2012/main">
        <p15:guide id="1" orient="horz">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524000" y="1143000"/>
            <a:ext cx="9144000" cy="2585720"/>
          </a:xfrm>
        </p:spPr>
        <p:txBody>
          <a:bodyPr anchor="b">
            <a:no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p:nvPr>
        </p:nvSpPr>
        <p:spPr>
          <a:xfrm>
            <a:off x="1524000" y="3799840"/>
            <a:ext cx="9144000" cy="2052320"/>
          </a:xfrm>
        </p:spPr>
        <p:txBody>
          <a:bodyPr anchor="t">
            <a:no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41296853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wo Content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690880"/>
            <a:ext cx="11267440" cy="1143000"/>
          </a:xfrm>
        </p:spPr>
        <p:txBody>
          <a:bodyPr/>
          <a:lstStyle>
            <a:lvl1pPr>
              <a:defRPr/>
            </a:lvl1pPr>
          </a:lstStyle>
          <a:p>
            <a:r>
              <a:rPr lang="en-US" dirty="0"/>
              <a:t>Click to add title</a:t>
            </a:r>
          </a:p>
        </p:txBody>
      </p:sp>
      <p:sp>
        <p:nvSpPr>
          <p:cNvPr id="9" name="Content Placeholder 3">
            <a:extLst>
              <a:ext uri="{FF2B5EF4-FFF2-40B4-BE49-F238E27FC236}">
                <a16:creationId xmlns:a16="http://schemas.microsoft.com/office/drawing/2014/main" id="{ECA520B1-DC84-A47D-1F5E-CCD567EB2D86}"/>
              </a:ext>
            </a:extLst>
          </p:cNvPr>
          <p:cNvSpPr>
            <a:spLocks noGrp="1"/>
          </p:cNvSpPr>
          <p:nvPr>
            <p:ph sz="half" idx="13" hasCustomPrompt="1"/>
          </p:nvPr>
        </p:nvSpPr>
        <p:spPr>
          <a:xfrm>
            <a:off x="457200" y="2187362"/>
            <a:ext cx="3657600" cy="3633047"/>
          </a:xfrm>
        </p:spPr>
        <p:txBody>
          <a:bodyPr anchor="t">
            <a:normAutofit/>
          </a:bodyPr>
          <a:lstStyle>
            <a:lvl1pPr marL="342900" indent="-342900">
              <a:buFont typeface="+mj-lt"/>
              <a:buAutoNum type="arabicPeriod"/>
              <a:defRPr sz="1800"/>
            </a:lvl1pPr>
            <a:lvl2pPr marL="914400" indent="-342900">
              <a:buFont typeface="+mj-lt"/>
              <a:buAutoNum type="alphaLcPeriod"/>
              <a:defRPr sz="1800"/>
            </a:lvl2pPr>
            <a:lvl3pPr marL="1371600" indent="-342900">
              <a:buFont typeface="+mj-lt"/>
              <a:buAutoNum type="arabicPeriod"/>
              <a:defRPr sz="1800"/>
            </a:lvl3pPr>
            <a:lvl4pPr marL="1600200" indent="-342900">
              <a:buFont typeface="+mj-lt"/>
              <a:buAutoNum type="alphaLcParenR"/>
              <a:defRPr sz="1800"/>
            </a:lvl4pPr>
            <a:lvl5pPr marL="2057400" indent="-400050">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4282437" y="2187361"/>
            <a:ext cx="7442203" cy="3633047"/>
          </a:xfrm>
        </p:spPr>
        <p:txBody>
          <a:bodyPr anchor="t">
            <a:normAutofit/>
          </a:bodyPr>
          <a:lstStyle>
            <a:lvl1pPr marL="0" indent="0">
              <a:buNone/>
              <a:defRPr sz="1800"/>
            </a:lvl1pPr>
            <a:lvl2pPr marL="0">
              <a:defRPr sz="1800"/>
            </a:lvl2pPr>
            <a:lvl3pPr marL="548640">
              <a:defRPr sz="1800"/>
            </a:lvl3pPr>
            <a:lvl4pPr marL="822960">
              <a:defRPr sz="1800"/>
            </a:lvl4pPr>
            <a:lvl5pPr marL="1097280">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11"/>
          </p:nvPr>
        </p:nvSpPr>
        <p:spPr>
          <a:xfrm>
            <a:off x="457200" y="6423914"/>
            <a:ext cx="7041202" cy="365125"/>
          </a:xfrm>
        </p:spPr>
        <p:txBody>
          <a:bodyPr/>
          <a:lstStyle/>
          <a:p>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7" name="Slide Number Placeholder 6"/>
          <p:cNvSpPr>
            <a:spLocks noGrp="1"/>
          </p:cNvSpPr>
          <p:nvPr>
            <p:ph type="sldNum" sz="quarter" idx="12"/>
          </p:nvPr>
        </p:nvSpPr>
        <p:spPr>
          <a:xfrm>
            <a:off x="10558300" y="6423914"/>
            <a:ext cx="116634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98338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 subtitle +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6108219" y="741363"/>
            <a:ext cx="5626579" cy="1286219"/>
          </a:xfrm>
        </p:spPr>
        <p:txBody>
          <a:bodyPr anchor="b">
            <a:noAutofit/>
          </a:bodyPr>
          <a:lstStyle>
            <a:lvl1pPr algn="l">
              <a:defRPr sz="28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FCBE840D-FAED-31D9-AF31-112670D0FA2E}"/>
              </a:ext>
            </a:extLst>
          </p:cNvPr>
          <p:cNvSpPr>
            <a:spLocks noGrp="1"/>
          </p:cNvSpPr>
          <p:nvPr>
            <p:ph type="pic" sz="quarter" idx="13"/>
          </p:nvPr>
        </p:nvSpPr>
        <p:spPr>
          <a:xfrm>
            <a:off x="457200" y="761684"/>
            <a:ext cx="5171440" cy="5662230"/>
          </a:xfrm>
          <a:custGeom>
            <a:avLst/>
            <a:gdLst>
              <a:gd name="connsiteX0" fmla="*/ 0 w 5171440"/>
              <a:gd name="connsiteY0" fmla="*/ 5056400 h 5662230"/>
              <a:gd name="connsiteX1" fmla="*/ 3685975 w 5171440"/>
              <a:gd name="connsiteY1" fmla="*/ 5056400 h 5662230"/>
              <a:gd name="connsiteX2" fmla="*/ 3685975 w 5171440"/>
              <a:gd name="connsiteY2" fmla="*/ 5662230 h 5662230"/>
              <a:gd name="connsiteX3" fmla="*/ 0 w 5171440"/>
              <a:gd name="connsiteY3" fmla="*/ 5662230 h 5662230"/>
              <a:gd name="connsiteX4" fmla="*/ 3789884 w 5171440"/>
              <a:gd name="connsiteY4" fmla="*/ 0 h 5662230"/>
              <a:gd name="connsiteX5" fmla="*/ 5171440 w 5171440"/>
              <a:gd name="connsiteY5" fmla="*/ 0 h 5662230"/>
              <a:gd name="connsiteX6" fmla="*/ 5171440 w 5171440"/>
              <a:gd name="connsiteY6" fmla="*/ 5662230 h 5662230"/>
              <a:gd name="connsiteX7" fmla="*/ 3789884 w 5171440"/>
              <a:gd name="connsiteY7" fmla="*/ 5662230 h 5662230"/>
              <a:gd name="connsiteX8" fmla="*/ 3789884 w 5171440"/>
              <a:gd name="connsiteY8" fmla="*/ 5056400 h 5662230"/>
              <a:gd name="connsiteX9" fmla="*/ 5168980 w 5171440"/>
              <a:gd name="connsiteY9" fmla="*/ 5056400 h 5662230"/>
              <a:gd name="connsiteX10" fmla="*/ 5168980 w 5171440"/>
              <a:gd name="connsiteY10" fmla="*/ 4956108 h 5662230"/>
              <a:gd name="connsiteX11" fmla="*/ 3789884 w 5171440"/>
              <a:gd name="connsiteY11" fmla="*/ 4956108 h 5662230"/>
              <a:gd name="connsiteX12" fmla="*/ 0 w 5171440"/>
              <a:gd name="connsiteY12" fmla="*/ 0 h 5662230"/>
              <a:gd name="connsiteX13" fmla="*/ 3685975 w 5171440"/>
              <a:gd name="connsiteY13" fmla="*/ 0 h 5662230"/>
              <a:gd name="connsiteX14" fmla="*/ 3685975 w 5171440"/>
              <a:gd name="connsiteY14" fmla="*/ 4956108 h 5662230"/>
              <a:gd name="connsiteX15" fmla="*/ 0 w 5171440"/>
              <a:gd name="connsiteY15" fmla="*/ 4956108 h 5662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71440" h="5662230">
                <a:moveTo>
                  <a:pt x="0" y="5056400"/>
                </a:moveTo>
                <a:lnTo>
                  <a:pt x="3685975" y="5056400"/>
                </a:lnTo>
                <a:lnTo>
                  <a:pt x="3685975" y="5662230"/>
                </a:lnTo>
                <a:lnTo>
                  <a:pt x="0" y="5662230"/>
                </a:lnTo>
                <a:close/>
                <a:moveTo>
                  <a:pt x="3789884" y="0"/>
                </a:moveTo>
                <a:lnTo>
                  <a:pt x="5171440" y="0"/>
                </a:lnTo>
                <a:lnTo>
                  <a:pt x="5171440" y="5662230"/>
                </a:lnTo>
                <a:lnTo>
                  <a:pt x="3789884" y="5662230"/>
                </a:lnTo>
                <a:lnTo>
                  <a:pt x="3789884" y="5056400"/>
                </a:lnTo>
                <a:lnTo>
                  <a:pt x="5168980" y="5056400"/>
                </a:lnTo>
                <a:lnTo>
                  <a:pt x="5168980" y="4956108"/>
                </a:lnTo>
                <a:lnTo>
                  <a:pt x="3789884" y="4956108"/>
                </a:lnTo>
                <a:close/>
                <a:moveTo>
                  <a:pt x="0" y="0"/>
                </a:moveTo>
                <a:lnTo>
                  <a:pt x="3685975" y="0"/>
                </a:lnTo>
                <a:lnTo>
                  <a:pt x="3685975" y="4956108"/>
                </a:lnTo>
                <a:lnTo>
                  <a:pt x="0" y="4956108"/>
                </a:lnTo>
                <a:close/>
              </a:path>
            </a:pathLst>
          </a:custGeom>
          <a:solidFill>
            <a:schemeClr val="accent2"/>
          </a:solidFill>
        </p:spPr>
        <p:txBody>
          <a:bodyPr wrap="square">
            <a:noAutofit/>
          </a:bodyPr>
          <a:lstStyle/>
          <a:p>
            <a:r>
              <a:rPr lang="en-US"/>
              <a:t>Click icon to add picture</a:t>
            </a:r>
            <a:endParaRPr lang="en-US" dirty="0"/>
          </a:p>
        </p:txBody>
      </p:sp>
      <p:sp>
        <p:nvSpPr>
          <p:cNvPr id="10" name="Content Placeholder 2">
            <a:extLst>
              <a:ext uri="{FF2B5EF4-FFF2-40B4-BE49-F238E27FC236}">
                <a16:creationId xmlns:a16="http://schemas.microsoft.com/office/drawing/2014/main" id="{1E22983C-26B8-DE15-E309-D0E93B8C6996}"/>
              </a:ext>
            </a:extLst>
          </p:cNvPr>
          <p:cNvSpPr>
            <a:spLocks noGrp="1"/>
          </p:cNvSpPr>
          <p:nvPr>
            <p:ph idx="1" hasCustomPrompt="1"/>
          </p:nvPr>
        </p:nvSpPr>
        <p:spPr>
          <a:xfrm>
            <a:off x="6106160" y="2235200"/>
            <a:ext cx="5628639" cy="4188713"/>
          </a:xfrm>
        </p:spPr>
        <p:txBody>
          <a:bodyPr anchor="t" anchorCtr="0">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r>
              <a:rPr lang="en-US"/>
              <a:t>20XX</a:t>
            </a:r>
            <a:endParaRPr lang="en-US" dirty="0"/>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a:xfrm>
            <a:off x="10682289" y="6423914"/>
            <a:ext cx="1052510" cy="365125"/>
          </a:xfrm>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40526336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447040" y="725444"/>
            <a:ext cx="11277600" cy="1044253"/>
          </a:xfrm>
        </p:spPr>
        <p:txBody>
          <a:bodyPr anchor="b" anchorCtr="0">
            <a:noAutofit/>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457200" y="2245360"/>
            <a:ext cx="3342640" cy="3992880"/>
          </a:xfrm>
        </p:spPr>
        <p:txBody>
          <a:bodyPr anchor="t"/>
          <a:lstStyle>
            <a:lvl1pPr marL="0" indent="0">
              <a:buNone/>
              <a:defRPr/>
            </a:lvl1pPr>
            <a:lvl2pPr marL="324000" indent="0">
              <a:buNone/>
              <a:defRPr/>
            </a:lvl2pPr>
            <a:lvl3pPr marL="630000" indent="0">
              <a:buNone/>
              <a:defRPr/>
            </a:lvl3pPr>
            <a:lvl4pPr marL="1008000" indent="0">
              <a:buNone/>
              <a:defRPr/>
            </a:lvl4pPr>
            <a:lvl5pPr marL="13680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4236720" y="2236109"/>
            <a:ext cx="7498080" cy="4002131"/>
          </a:xfrm>
        </p:spPr>
        <p:txBody>
          <a:body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a:xfrm>
            <a:off x="10682290" y="6423914"/>
            <a:ext cx="1052510" cy="365125"/>
          </a:xfrm>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555291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r>
              <a:rPr lang="en-US"/>
              <a:t>20XX</a:t>
            </a:r>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7" name="Group 6">
            <a:extLst>
              <a:ext uri="{FF2B5EF4-FFF2-40B4-BE49-F238E27FC236}">
                <a16:creationId xmlns:a16="http://schemas.microsoft.com/office/drawing/2014/main" id="{E457D222-120F-E222-DE7E-B44B0BC1863F}"/>
              </a:ext>
            </a:extLst>
          </p:cNvPr>
          <p:cNvGrpSpPr/>
          <p:nvPr userDrawn="1"/>
        </p:nvGrpSpPr>
        <p:grpSpPr>
          <a:xfrm>
            <a:off x="428696" y="482137"/>
            <a:ext cx="11301155" cy="81191"/>
            <a:chOff x="428696" y="482137"/>
            <a:chExt cx="11301155" cy="81191"/>
          </a:xfrm>
        </p:grpSpPr>
        <p:sp>
          <p:nvSpPr>
            <p:cNvPr id="8" name="Rectangle 7">
              <a:extLst>
                <a:ext uri="{FF2B5EF4-FFF2-40B4-BE49-F238E27FC236}">
                  <a16:creationId xmlns:a16="http://schemas.microsoft.com/office/drawing/2014/main" id="{09DF259B-1168-B954-21F8-A08A3C462F3C}"/>
                </a:ext>
              </a:extLst>
            </p:cNvPr>
            <p:cNvSpPr/>
            <p:nvPr/>
          </p:nvSpPr>
          <p:spPr>
            <a:xfrm flipV="1">
              <a:off x="428696" y="482137"/>
              <a:ext cx="3703321" cy="81191"/>
            </a:xfrm>
            <a:prstGeom prst="rect">
              <a:avLst/>
            </a:prstGeom>
            <a:solidFill>
              <a:schemeClr val="accent3"/>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FB5A595C-AA3A-9D82-01BB-7810CE5F7A5E}"/>
                </a:ext>
              </a:extLst>
            </p:cNvPr>
            <p:cNvSpPr/>
            <p:nvPr/>
          </p:nvSpPr>
          <p:spPr>
            <a:xfrm flipV="1">
              <a:off x="4235926" y="482137"/>
              <a:ext cx="3703321" cy="81191"/>
            </a:xfrm>
            <a:prstGeom prst="rect">
              <a:avLst/>
            </a:prstGeom>
            <a:solidFill>
              <a:schemeClr val="accent1"/>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178CB63-8F78-566B-8120-9DC73FB7B23B}"/>
                </a:ext>
              </a:extLst>
            </p:cNvPr>
            <p:cNvSpPr/>
            <p:nvPr/>
          </p:nvSpPr>
          <p:spPr>
            <a:xfrm flipV="1">
              <a:off x="8026530" y="482137"/>
              <a:ext cx="3703321" cy="81191"/>
            </a:xfrm>
            <a:prstGeom prst="rect">
              <a:avLst/>
            </a:prstGeom>
            <a:solidFill>
              <a:schemeClr val="accent4"/>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10910551"/>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814" r:id="rId15"/>
    <p:sldLayoutId id="2147483815" r:id="rId16"/>
    <p:sldLayoutId id="2147483816" r:id="rId17"/>
    <p:sldLayoutId id="2147483817" r:id="rId18"/>
    <p:sldLayoutId id="2147483818" r:id="rId19"/>
    <p:sldLayoutId id="2147483819" r:id="rId20"/>
  </p:sldLayoutIdLst>
  <p:hf sldNum="0" hdr="0" ftr="0" dt="0"/>
  <p:txStyles>
    <p:titleStyle>
      <a:lvl1pPr algn="l" defTabSz="457200" rtl="0" eaLnBrk="1" latinLnBrk="0" hangingPunct="1">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hyperlink" Target="https://marciodupont.blogspot.com/2020/03/sete-dicas-para-trabalhar-em-home-office.html" TargetMode="External"/><Relationship Id="rId5" Type="http://schemas.openxmlformats.org/officeDocument/2006/relationships/image" Target="../media/image2.jpg"/><Relationship Id="rId4" Type="http://schemas.openxmlformats.org/officeDocument/2006/relationships/hyperlink" Target="https://www.rawpixel.com/search/video?sort=curated&amp;page=1"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hyperlink" Target="https://pxhere.com/en/photo/1431453"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hyperlink" Target="https://foto.wuestenigel.com/woman-writing-lieber-weihnachtsmann-text-on-notebook-red-background/"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hyperlink" Target="https://www.peoplematters.in/article/employee-engagement/what-does-freedom-in-business-mean-to-you-4775"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16.xml"/><Relationship Id="rId4" Type="http://schemas.openxmlformats.org/officeDocument/2006/relationships/hyperlink" Target="https://www.pikist.com/free-photo-vxcrb"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8.xml"/><Relationship Id="rId5" Type="http://schemas.openxmlformats.org/officeDocument/2006/relationships/hyperlink" Target="https://creativecommons.org/licenses/by-nc/3.0/" TargetMode="External"/><Relationship Id="rId4" Type="http://schemas.openxmlformats.org/officeDocument/2006/relationships/hyperlink" Target="https://modii.org/en/gender-roles/"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19.xml"/><Relationship Id="rId4" Type="http://schemas.openxmlformats.org/officeDocument/2006/relationships/hyperlink" Target="https://www.peoplematters.in/article/compensation-benefits/the-changing-landscape-of-rewards-23746"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7F2BB43-1E8B-40A7-9733-9AEE76BFE2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17">
            <a:extLst>
              <a:ext uri="{FF2B5EF4-FFF2-40B4-BE49-F238E27FC236}">
                <a16:creationId xmlns:a16="http://schemas.microsoft.com/office/drawing/2014/main" id="{2F2499BD-C67D-4CD4-9747-4DCC7EF1F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80D02CAC-A533-4E24-84A6-B3171E16A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4" name="Picture 3" descr="A person sitting at a desk using a computer&#10;&#10;AI-generated content may be incorrect.">
            <a:extLst>
              <a:ext uri="{FF2B5EF4-FFF2-40B4-BE49-F238E27FC236}">
                <a16:creationId xmlns:a16="http://schemas.microsoft.com/office/drawing/2014/main" id="{7594B37F-1CDB-E61C-8D7F-3010E27E4CA9}"/>
              </a:ext>
            </a:extLst>
          </p:cNvPr>
          <p:cNvPicPr>
            <a:picLocks noChangeAspect="1"/>
          </p:cNvPicPr>
          <p:nvPr/>
        </p:nvPicPr>
        <p:blipFill>
          <a:blip r:embed="rId3">
            <a:extLst>
              <a:ext uri="{837473B0-CC2E-450A-ABE3-18F120FF3D39}">
                <a1611:picAttrSrcUrl xmlns:a1611="http://schemas.microsoft.com/office/drawing/2016/11/main" r:id="rId4"/>
              </a:ext>
            </a:extLst>
          </a:blip>
          <a:srcRect t="3566" r="3" b="11064"/>
          <a:stretch>
            <a:fillRect/>
          </a:stretch>
        </p:blipFill>
        <p:spPr>
          <a:xfrm>
            <a:off x="20" y="2"/>
            <a:ext cx="4578252" cy="2608957"/>
          </a:xfrm>
          <a:prstGeom prst="rect">
            <a:avLst/>
          </a:prstGeom>
        </p:spPr>
      </p:pic>
      <p:sp>
        <p:nvSpPr>
          <p:cNvPr id="22" name="Rectangle 21">
            <a:extLst>
              <a:ext uri="{FF2B5EF4-FFF2-40B4-BE49-F238E27FC236}">
                <a16:creationId xmlns:a16="http://schemas.microsoft.com/office/drawing/2014/main" id="{2C2811D4-5347-4268-B736-DF29160D75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11819"/>
            <a:ext cx="4576634" cy="4235946"/>
          </a:xfrm>
          <a:prstGeom prst="rect">
            <a:avLst/>
          </a:prstGeom>
          <a:solidFill>
            <a:srgbClr val="465359"/>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 name="Title 7">
            <a:extLst>
              <a:ext uri="{FF2B5EF4-FFF2-40B4-BE49-F238E27FC236}">
                <a16:creationId xmlns:a16="http://schemas.microsoft.com/office/drawing/2014/main" id="{479F0267-9D1C-BDA9-A152-B01CD379FC92}"/>
              </a:ext>
            </a:extLst>
          </p:cNvPr>
          <p:cNvSpPr>
            <a:spLocks noGrp="1"/>
          </p:cNvSpPr>
          <p:nvPr>
            <p:ph type="ctrTitle"/>
          </p:nvPr>
        </p:nvSpPr>
        <p:spPr>
          <a:xfrm>
            <a:off x="584200" y="3066617"/>
            <a:ext cx="3412067" cy="897047"/>
          </a:xfrm>
        </p:spPr>
        <p:txBody>
          <a:bodyPr vert="horz" lIns="91440" tIns="45720" rIns="91440" bIns="45720" rtlCol="0" anchor="ctr">
            <a:normAutofit fontScale="90000"/>
          </a:bodyPr>
          <a:lstStyle/>
          <a:p>
            <a:pPr>
              <a:lnSpc>
                <a:spcPct val="90000"/>
              </a:lnSpc>
            </a:pPr>
            <a:r>
              <a:rPr lang="en-US" b="0" kern="1200" cap="all" dirty="0">
                <a:solidFill>
                  <a:srgbClr val="FFFFFF"/>
                </a:solidFill>
                <a:latin typeface="Times New Roman" panose="02020603050405020304" pitchFamily="18" charset="0"/>
                <a:ea typeface="Calibri" panose="020F0502020204030204" pitchFamily="34" charset="0"/>
                <a:cs typeface="Times New Roman" panose="02020603050405020304" pitchFamily="18" charset="0"/>
              </a:rPr>
              <a:t>Diversity in relation to </a:t>
            </a:r>
            <a:br>
              <a:rPr lang="en-US" b="0" kern="1200" cap="all" dirty="0">
                <a:solidFill>
                  <a:srgbClr val="FFFFFF"/>
                </a:solidFill>
                <a:latin typeface="Times New Roman" panose="02020603050405020304" pitchFamily="18" charset="0"/>
                <a:ea typeface="Calibri" panose="020F0502020204030204" pitchFamily="34" charset="0"/>
                <a:cs typeface="Times New Roman" panose="02020603050405020304" pitchFamily="18" charset="0"/>
              </a:rPr>
            </a:br>
            <a:r>
              <a:rPr lang="en-US" b="0" kern="1200" cap="all" dirty="0">
                <a:solidFill>
                  <a:srgbClr val="FFFFFF"/>
                </a:solidFill>
                <a:latin typeface="Times New Roman" panose="02020603050405020304" pitchFamily="18" charset="0"/>
                <a:ea typeface="Calibri" panose="020F0502020204030204" pitchFamily="34" charset="0"/>
                <a:cs typeface="Times New Roman" panose="02020603050405020304" pitchFamily="18" charset="0"/>
              </a:rPr>
              <a:t>Working from home</a:t>
            </a:r>
          </a:p>
        </p:txBody>
      </p:sp>
      <p:pic>
        <p:nvPicPr>
          <p:cNvPr id="9" name="Picture Placeholder 8" descr="A person sitting at a desk using a computer">
            <a:extLst>
              <a:ext uri="{FF2B5EF4-FFF2-40B4-BE49-F238E27FC236}">
                <a16:creationId xmlns:a16="http://schemas.microsoft.com/office/drawing/2014/main" id="{278C8A86-3B41-F5E8-BA10-3BCD671DA1F1}"/>
              </a:ext>
            </a:extLst>
          </p:cNvPr>
          <p:cNvPicPr>
            <a:picLocks noGrp="1" noChangeAspect="1"/>
          </p:cNvPicPr>
          <p:nvPr>
            <p:ph type="pic" sz="quarter" idx="13"/>
          </p:nvPr>
        </p:nvPicPr>
        <p:blipFill>
          <a:blip r:embed="rId5">
            <a:extLst>
              <a:ext uri="{837473B0-CC2E-450A-ABE3-18F120FF3D39}">
                <a1611:picAttrSrcUrl xmlns:a1611="http://schemas.microsoft.com/office/drawing/2016/11/main" r:id="rId6"/>
              </a:ext>
            </a:extLst>
          </a:blip>
          <a:srcRect l="3328" r="22566" b="-2"/>
          <a:stretch>
            <a:fillRect/>
          </a:stretch>
        </p:blipFill>
        <p:spPr>
          <a:xfrm>
            <a:off x="4578270" y="29978"/>
            <a:ext cx="7613730" cy="6858000"/>
          </a:xfrm>
          <a:prstGeom prst="rect">
            <a:avLst/>
          </a:prstGeom>
        </p:spPr>
      </p:pic>
      <p:sp>
        <p:nvSpPr>
          <p:cNvPr id="24" name="Rectangle 23">
            <a:extLst>
              <a:ext uri="{FF2B5EF4-FFF2-40B4-BE49-F238E27FC236}">
                <a16:creationId xmlns:a16="http://schemas.microsoft.com/office/drawing/2014/main" id="{74EFA34C-3CB6-4E42-AA45-8B85EB878A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30517" y="-460"/>
            <a:ext cx="91440" cy="68580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C9313C9E-0227-4919-B36E-DE3343267E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 y="2560620"/>
            <a:ext cx="4581144" cy="9144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extBox 1">
            <a:extLst>
              <a:ext uri="{FF2B5EF4-FFF2-40B4-BE49-F238E27FC236}">
                <a16:creationId xmlns:a16="http://schemas.microsoft.com/office/drawing/2014/main" id="{6345D446-62C2-80A4-EDC1-27D42B879619}"/>
              </a:ext>
            </a:extLst>
          </p:cNvPr>
          <p:cNvSpPr txBox="1"/>
          <p:nvPr/>
        </p:nvSpPr>
        <p:spPr>
          <a:xfrm>
            <a:off x="590657" y="4378221"/>
            <a:ext cx="3415074" cy="2273340"/>
          </a:xfrm>
          <a:prstGeom prst="rect">
            <a:avLst/>
          </a:prstGeom>
        </p:spPr>
        <p:txBody>
          <a:bodyPr vert="horz" lIns="91440" tIns="45720" rIns="91440" bIns="45720" rtlCol="0" anchor="ctr">
            <a:normAutofit/>
          </a:bodyPr>
          <a:lstStyle/>
          <a:p>
            <a:pPr>
              <a:spcBef>
                <a:spcPct val="20000"/>
              </a:spcBef>
              <a:spcAft>
                <a:spcPts val="600"/>
              </a:spcAft>
              <a:buClr>
                <a:schemeClr val="accent1"/>
              </a:buClr>
              <a:buSzPct val="92000"/>
              <a:buFont typeface="Wingdings 2" panose="05020102010507070707" pitchFamily="18" charset="2"/>
              <a:buChar char=""/>
            </a:pPr>
            <a:r>
              <a:rPr lang="en-US" sz="2800" dirty="0">
                <a:solidFill>
                  <a:srgbClr val="FFFFFF"/>
                </a:solidFill>
                <a:latin typeface="Times New Roman" panose="02020603050405020304" pitchFamily="18" charset="0"/>
                <a:cs typeface="Times New Roman" panose="02020603050405020304" pitchFamily="18" charset="0"/>
              </a:rPr>
              <a:t>Cultural</a:t>
            </a:r>
            <a:r>
              <a:rPr lang="en-US" sz="2800" dirty="0">
                <a:solidFill>
                  <a:srgbClr val="FFFFFF"/>
                </a:solidFill>
              </a:rPr>
              <a:t> Diversity</a:t>
            </a:r>
          </a:p>
          <a:p>
            <a:pPr>
              <a:spcBef>
                <a:spcPct val="20000"/>
              </a:spcBef>
              <a:spcAft>
                <a:spcPts val="600"/>
              </a:spcAft>
              <a:buClr>
                <a:schemeClr val="accent1"/>
              </a:buClr>
              <a:buSzPct val="92000"/>
              <a:buFont typeface="Wingdings 2" panose="05020102010507070707" pitchFamily="18" charset="2"/>
              <a:buChar char=""/>
            </a:pPr>
            <a:r>
              <a:rPr lang="en-US" sz="2800" dirty="0">
                <a:solidFill>
                  <a:srgbClr val="FFFFFF"/>
                </a:solidFill>
              </a:rPr>
              <a:t>Annie Alexis</a:t>
            </a:r>
          </a:p>
          <a:p>
            <a:pPr>
              <a:spcBef>
                <a:spcPct val="20000"/>
              </a:spcBef>
              <a:spcAft>
                <a:spcPts val="600"/>
              </a:spcAft>
              <a:buClr>
                <a:schemeClr val="accent1"/>
              </a:buClr>
              <a:buSzPct val="92000"/>
              <a:buFont typeface="Wingdings 2" panose="05020102010507070707" pitchFamily="18" charset="2"/>
              <a:buChar char=""/>
            </a:pPr>
            <a:r>
              <a:rPr lang="en-US" sz="2800" dirty="0">
                <a:solidFill>
                  <a:srgbClr val="FFFFFF"/>
                </a:solidFill>
              </a:rPr>
              <a:t>12.07.2025</a:t>
            </a:r>
          </a:p>
        </p:txBody>
      </p:sp>
    </p:spTree>
    <p:extLst>
      <p:ext uri="{BB962C8B-B14F-4D97-AF65-F5344CB8AC3E}">
        <p14:creationId xmlns:p14="http://schemas.microsoft.com/office/powerpoint/2010/main" val="103975908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FB23E1E4-7CB2-923B-9D41-672CB85E05DA}"/>
              </a:ext>
            </a:extLst>
          </p:cNvPr>
          <p:cNvSpPr>
            <a:spLocks noGrp="1"/>
          </p:cNvSpPr>
          <p:nvPr>
            <p:ph type="title"/>
          </p:nvPr>
        </p:nvSpPr>
        <p:spPr>
          <a:xfrm>
            <a:off x="464695" y="760001"/>
            <a:ext cx="3657600" cy="679055"/>
          </a:xfrm>
        </p:spPr>
        <p:txBody>
          <a:bodyPr/>
          <a:lstStyle/>
          <a:p>
            <a:r>
              <a:rPr lang="en-US" dirty="0">
                <a:latin typeface="Times New Roman" panose="02020603050405020304" pitchFamily="18" charset="0"/>
                <a:cs typeface="Times New Roman" panose="02020603050405020304" pitchFamily="18" charset="0"/>
              </a:rPr>
              <a:t>Diversity in the workplace</a:t>
            </a:r>
          </a:p>
        </p:txBody>
      </p:sp>
      <p:sp>
        <p:nvSpPr>
          <p:cNvPr id="8" name="Content Placeholder 7">
            <a:extLst>
              <a:ext uri="{FF2B5EF4-FFF2-40B4-BE49-F238E27FC236}">
                <a16:creationId xmlns:a16="http://schemas.microsoft.com/office/drawing/2014/main" id="{1A667A9A-3428-68BE-D555-0DE1859FDF8A}"/>
              </a:ext>
            </a:extLst>
          </p:cNvPr>
          <p:cNvSpPr>
            <a:spLocks noGrp="1"/>
          </p:cNvSpPr>
          <p:nvPr>
            <p:ph sz="quarter" idx="4"/>
          </p:nvPr>
        </p:nvSpPr>
        <p:spPr>
          <a:xfrm>
            <a:off x="344774" y="1439056"/>
            <a:ext cx="4586990" cy="5519230"/>
          </a:xfrm>
        </p:spPr>
        <p:txBody>
          <a:bodyPr>
            <a:normAutofit/>
          </a:bodyPr>
          <a:lstStyle/>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Benefits</a:t>
            </a: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Creativity and innovation</a:t>
            </a: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Better decision making</a:t>
            </a: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Improved employee performance </a:t>
            </a: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Wider talent pool </a:t>
            </a: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Enhanced reputation</a:t>
            </a: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Increased customer insight </a:t>
            </a: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Higher revenue</a:t>
            </a: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Better problem solving</a:t>
            </a:r>
          </a:p>
        </p:txBody>
      </p:sp>
      <p:pic>
        <p:nvPicPr>
          <p:cNvPr id="5" name="Picture Placeholder 4" descr="A group of people making a star with their fingers">
            <a:extLst>
              <a:ext uri="{FF2B5EF4-FFF2-40B4-BE49-F238E27FC236}">
                <a16:creationId xmlns:a16="http://schemas.microsoft.com/office/drawing/2014/main" id="{DB2AB9A0-C137-A487-3BC0-9470F3176A5C}"/>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t="11613" b="11613"/>
          <a:stretch>
            <a:fillRect/>
          </a:stretch>
        </p:blipFill>
        <p:spPr>
          <a:xfrm>
            <a:off x="4931764" y="325285"/>
            <a:ext cx="6803035" cy="6513079"/>
          </a:xfrm>
          <a:prstGeom prst="rect">
            <a:avLst/>
          </a:prstGeom>
          <a:ln>
            <a:noFill/>
          </a:ln>
          <a:effectLst>
            <a:softEdge rad="112500"/>
          </a:effectLst>
        </p:spPr>
      </p:pic>
    </p:spTree>
    <p:extLst>
      <p:ext uri="{BB962C8B-B14F-4D97-AF65-F5344CB8AC3E}">
        <p14:creationId xmlns:p14="http://schemas.microsoft.com/office/powerpoint/2010/main" val="2201125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A person sitting at a table using a computer">
            <a:extLst>
              <a:ext uri="{FF2B5EF4-FFF2-40B4-BE49-F238E27FC236}">
                <a16:creationId xmlns:a16="http://schemas.microsoft.com/office/drawing/2014/main" id="{D05E9A44-BCB8-4F9A-53A2-5354003A5EB0}"/>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t="25817" b="25817"/>
          <a:stretch>
            <a:fillRect/>
          </a:stretch>
        </p:blipFill>
        <p:spPr/>
      </p:pic>
      <p:sp>
        <p:nvSpPr>
          <p:cNvPr id="6" name="TextBox 5">
            <a:extLst>
              <a:ext uri="{FF2B5EF4-FFF2-40B4-BE49-F238E27FC236}">
                <a16:creationId xmlns:a16="http://schemas.microsoft.com/office/drawing/2014/main" id="{56782404-1DD5-40BF-854D-789C7272044E}"/>
              </a:ext>
            </a:extLst>
          </p:cNvPr>
          <p:cNvSpPr txBox="1"/>
          <p:nvPr/>
        </p:nvSpPr>
        <p:spPr>
          <a:xfrm>
            <a:off x="449580" y="4348480"/>
            <a:ext cx="11292840" cy="230832"/>
          </a:xfrm>
          <a:prstGeom prst="rect">
            <a:avLst/>
          </a:prstGeom>
          <a:noFill/>
        </p:spPr>
        <p:txBody>
          <a:bodyPr wrap="square" rtlCol="0">
            <a:spAutoFit/>
          </a:bodyPr>
          <a:lstStyle/>
          <a:p>
            <a:endParaRPr lang="en-US" sz="900" dirty="0"/>
          </a:p>
        </p:txBody>
      </p:sp>
      <p:sp>
        <p:nvSpPr>
          <p:cNvPr id="10" name="Title 9">
            <a:extLst>
              <a:ext uri="{FF2B5EF4-FFF2-40B4-BE49-F238E27FC236}">
                <a16:creationId xmlns:a16="http://schemas.microsoft.com/office/drawing/2014/main" id="{BBB245D5-4651-C711-AFD6-DF17D2016758}"/>
              </a:ext>
            </a:extLst>
          </p:cNvPr>
          <p:cNvSpPr>
            <a:spLocks noGrp="1"/>
          </p:cNvSpPr>
          <p:nvPr>
            <p:ph type="ctrTitle"/>
          </p:nvPr>
        </p:nvSpPr>
        <p:spPr>
          <a:xfrm>
            <a:off x="449581" y="4423702"/>
            <a:ext cx="5771338" cy="972757"/>
          </a:xfrm>
        </p:spPr>
        <p:txBody>
          <a:bodyPr/>
          <a:lstStyle/>
          <a:p>
            <a:r>
              <a:rPr lang="en-US" dirty="0">
                <a:latin typeface="Times New Roman" panose="02020603050405020304" pitchFamily="18" charset="0"/>
                <a:cs typeface="Times New Roman" panose="02020603050405020304" pitchFamily="18" charset="0"/>
              </a:rPr>
              <a:t>Working from home</a:t>
            </a:r>
          </a:p>
        </p:txBody>
      </p:sp>
      <p:sp>
        <p:nvSpPr>
          <p:cNvPr id="11" name="TextBox 10">
            <a:extLst>
              <a:ext uri="{FF2B5EF4-FFF2-40B4-BE49-F238E27FC236}">
                <a16:creationId xmlns:a16="http://schemas.microsoft.com/office/drawing/2014/main" id="{40AF851C-735A-28E1-7AA6-05D41B39CEA7}"/>
              </a:ext>
            </a:extLst>
          </p:cNvPr>
          <p:cNvSpPr txBox="1"/>
          <p:nvPr/>
        </p:nvSpPr>
        <p:spPr>
          <a:xfrm>
            <a:off x="5916118" y="5471681"/>
            <a:ext cx="5446426"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Advantages &amp; Disadvantages</a:t>
            </a:r>
          </a:p>
        </p:txBody>
      </p:sp>
    </p:spTree>
    <p:extLst>
      <p:ext uri="{BB962C8B-B14F-4D97-AF65-F5344CB8AC3E}">
        <p14:creationId xmlns:p14="http://schemas.microsoft.com/office/powerpoint/2010/main" val="17218416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66CF7-69F4-F432-4747-28EF15528DB9}"/>
              </a:ext>
            </a:extLst>
          </p:cNvPr>
          <p:cNvSpPr>
            <a:spLocks noGrp="1"/>
          </p:cNvSpPr>
          <p:nvPr>
            <p:ph type="ctrTitle"/>
          </p:nvPr>
        </p:nvSpPr>
        <p:spPr>
          <a:xfrm>
            <a:off x="436882" y="629920"/>
            <a:ext cx="3606800" cy="929057"/>
          </a:xfrm>
        </p:spPr>
        <p:txBody>
          <a:bodyPr/>
          <a:lstStyle/>
          <a:p>
            <a:r>
              <a:rPr lang="en-US" b="1" dirty="0"/>
              <a:t>Advantages of remote work</a:t>
            </a:r>
          </a:p>
        </p:txBody>
      </p:sp>
      <p:sp>
        <p:nvSpPr>
          <p:cNvPr id="3" name="Subtitle 2">
            <a:extLst>
              <a:ext uri="{FF2B5EF4-FFF2-40B4-BE49-F238E27FC236}">
                <a16:creationId xmlns:a16="http://schemas.microsoft.com/office/drawing/2014/main" id="{44082E89-DB15-6D26-7098-DA9792B0B085}"/>
              </a:ext>
            </a:extLst>
          </p:cNvPr>
          <p:cNvSpPr>
            <a:spLocks noGrp="1"/>
          </p:cNvSpPr>
          <p:nvPr>
            <p:ph type="subTitle" idx="1"/>
          </p:nvPr>
        </p:nvSpPr>
        <p:spPr>
          <a:xfrm>
            <a:off x="286979" y="1660411"/>
            <a:ext cx="3606800" cy="6374317"/>
          </a:xfrm>
        </p:spPr>
        <p:txBody>
          <a:bodyPr/>
          <a:lstStyle/>
          <a:p>
            <a:pPr marL="285750" indent="-285750">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Freedom and flexibility</a:t>
            </a:r>
          </a:p>
          <a:p>
            <a:pPr marL="915750" lvl="1" indent="-285750">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Start earlier or later to accommodate non work events</a:t>
            </a:r>
          </a:p>
          <a:p>
            <a:pPr marL="915750" lvl="1" indent="-285750">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Plan days to suit both work and home life</a:t>
            </a:r>
          </a:p>
          <a:p>
            <a:pPr marL="285750" indent="-285750">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Saves time and money</a:t>
            </a:r>
          </a:p>
          <a:p>
            <a:pPr marL="915750" lvl="1" indent="-285750">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No commute saves time on gas, transportation, parking fees</a:t>
            </a:r>
          </a:p>
          <a:p>
            <a:pPr marL="915750" lvl="1" indent="-285750">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Saves money from buying lunch, clothing etc. More disposable income</a:t>
            </a:r>
          </a:p>
          <a:p>
            <a:pPr marL="285750" indent="-285750">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Work-life balance</a:t>
            </a:r>
          </a:p>
          <a:p>
            <a:pPr marL="915750" lvl="1" indent="-285750">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Control over professional and personal obligations.</a:t>
            </a:r>
          </a:p>
          <a:p>
            <a:endParaRPr lang="en-US" sz="1600" dirty="0"/>
          </a:p>
        </p:txBody>
      </p:sp>
      <p:pic>
        <p:nvPicPr>
          <p:cNvPr id="7" name="Picture Placeholder 6" descr="A person sitting in a chair in a grassy field&#10;&#10;AI-generated content may be incorrect.">
            <a:extLst>
              <a:ext uri="{FF2B5EF4-FFF2-40B4-BE49-F238E27FC236}">
                <a16:creationId xmlns:a16="http://schemas.microsoft.com/office/drawing/2014/main" id="{91D71554-4761-5A33-F3DF-404B147ACE4F}"/>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12990" r="12990"/>
          <a:stretch>
            <a:fillRect/>
          </a:stretch>
        </p:blipFill>
        <p:spPr>
          <a:prstGeom prst="rect">
            <a:avLst/>
          </a:prstGeom>
          <a:ln>
            <a:noFill/>
          </a:ln>
          <a:effectLst>
            <a:softEdge rad="112500"/>
          </a:effectLst>
        </p:spPr>
      </p:pic>
    </p:spTree>
    <p:extLst>
      <p:ext uri="{BB962C8B-B14F-4D97-AF65-F5344CB8AC3E}">
        <p14:creationId xmlns:p14="http://schemas.microsoft.com/office/powerpoint/2010/main" val="1605306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3" name="Rectangle 82">
            <a:extLst>
              <a:ext uri="{FF2B5EF4-FFF2-40B4-BE49-F238E27FC236}">
                <a16:creationId xmlns:a16="http://schemas.microsoft.com/office/drawing/2014/main" id="{E6C8E6EB-4C59-429B-97E4-72A058CFC4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5" name="Rectangle 84">
            <a:extLst>
              <a:ext uri="{FF2B5EF4-FFF2-40B4-BE49-F238E27FC236}">
                <a16:creationId xmlns:a16="http://schemas.microsoft.com/office/drawing/2014/main" id="{B5B90362-AFCC-46A9-B41C-A257A8C5B3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7" name="Rectangle 86">
            <a:extLst>
              <a:ext uri="{FF2B5EF4-FFF2-40B4-BE49-F238E27FC236}">
                <a16:creationId xmlns:a16="http://schemas.microsoft.com/office/drawing/2014/main" id="{F71EF7F1-38BA-471D-8CD4-2A9AE8E35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89" name="Rectangle 88">
            <a:extLst>
              <a:ext uri="{FF2B5EF4-FFF2-40B4-BE49-F238E27FC236}">
                <a16:creationId xmlns:a16="http://schemas.microsoft.com/office/drawing/2014/main" id="{064D2207-AA67-DAD1-D42E-7A07328CA8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28" name="Picture Placeholder 27" descr="A person in a black hoodie&#10;&#10;AI-generated content may be incorrect.">
            <a:extLst>
              <a:ext uri="{FF2B5EF4-FFF2-40B4-BE49-F238E27FC236}">
                <a16:creationId xmlns:a16="http://schemas.microsoft.com/office/drawing/2014/main" id="{C7962BAB-EB3A-DE83-9178-30BE32BC3849}"/>
              </a:ext>
            </a:extLst>
          </p:cNvPr>
          <p:cNvPicPr>
            <a:picLocks noGrp="1" noChangeAspect="1"/>
          </p:cNvPicPr>
          <p:nvPr>
            <p:ph type="pic" sz="quarter" idx="19"/>
          </p:nvPr>
        </p:nvPicPr>
        <p:blipFill>
          <a:blip r:embed="rId3">
            <a:extLst>
              <a:ext uri="{837473B0-CC2E-450A-ABE3-18F120FF3D39}">
                <a1611:picAttrSrcUrl xmlns:a1611="http://schemas.microsoft.com/office/drawing/2016/11/main" r:id="rId4"/>
              </a:ext>
            </a:extLst>
          </a:blip>
          <a:srcRect l="41033" r="13615"/>
          <a:stretch>
            <a:fillRect/>
          </a:stretch>
        </p:blipFill>
        <p:spPr>
          <a:xfrm>
            <a:off x="585216" y="2163544"/>
            <a:ext cx="3410985" cy="4211857"/>
          </a:xfrm>
          <a:prstGeom prst="rect">
            <a:avLst/>
          </a:prstGeom>
          <a:ln>
            <a:noFill/>
          </a:ln>
          <a:effectLst>
            <a:softEdge rad="112500"/>
          </a:effectLst>
        </p:spPr>
      </p:pic>
      <p:sp>
        <p:nvSpPr>
          <p:cNvPr id="2" name="Title 1">
            <a:extLst>
              <a:ext uri="{FF2B5EF4-FFF2-40B4-BE49-F238E27FC236}">
                <a16:creationId xmlns:a16="http://schemas.microsoft.com/office/drawing/2014/main" id="{E7E618A4-5020-A570-BAAC-71C22849B320}"/>
              </a:ext>
            </a:extLst>
          </p:cNvPr>
          <p:cNvSpPr>
            <a:spLocks noGrp="1"/>
          </p:cNvSpPr>
          <p:nvPr>
            <p:ph type="title"/>
          </p:nvPr>
        </p:nvSpPr>
        <p:spPr>
          <a:xfrm>
            <a:off x="585216" y="704088"/>
            <a:ext cx="3523686" cy="1294379"/>
          </a:xfrm>
        </p:spPr>
        <p:txBody>
          <a:bodyPr vert="horz" lIns="91440" tIns="45720" rIns="91440" bIns="45720" rtlCol="0" anchor="t">
            <a:normAutofit fontScale="90000"/>
          </a:bodyPr>
          <a:lstStyle/>
          <a:p>
            <a:r>
              <a:rPr lang="en-US" b="1" kern="1200" cap="all" dirty="0">
                <a:solidFill>
                  <a:schemeClr val="tx1">
                    <a:lumMod val="75000"/>
                    <a:lumOff val="25000"/>
                  </a:schemeClr>
                </a:solidFill>
                <a:latin typeface="Times New Roman" panose="02020603050405020304" pitchFamily="18" charset="0"/>
                <a:cs typeface="Times New Roman" panose="02020603050405020304" pitchFamily="18" charset="0"/>
              </a:rPr>
              <a:t>Disadvantages of remote work</a:t>
            </a:r>
          </a:p>
        </p:txBody>
      </p:sp>
      <p:sp>
        <p:nvSpPr>
          <p:cNvPr id="10" name="Content Placeholder 9">
            <a:extLst>
              <a:ext uri="{FF2B5EF4-FFF2-40B4-BE49-F238E27FC236}">
                <a16:creationId xmlns:a16="http://schemas.microsoft.com/office/drawing/2014/main" id="{C9475E86-FFB0-87BC-084C-C728916152B0}"/>
              </a:ext>
            </a:extLst>
          </p:cNvPr>
          <p:cNvSpPr>
            <a:spLocks noGrp="1"/>
          </p:cNvSpPr>
          <p:nvPr>
            <p:ph sz="quarter" idx="4"/>
          </p:nvPr>
        </p:nvSpPr>
        <p:spPr>
          <a:xfrm>
            <a:off x="4379976" y="704088"/>
            <a:ext cx="7365491" cy="5760721"/>
          </a:xfrm>
        </p:spPr>
        <p:txBody>
          <a:bodyPr vert="horz" lIns="91440" tIns="45720" rIns="91440" bIns="45720" rtlCol="0" anchor="t">
            <a:normAutofit fontScale="62500" lnSpcReduction="20000"/>
          </a:bodyPr>
          <a:lstStyle/>
          <a:p>
            <a:pPr>
              <a:buFont typeface="Wingdings" panose="05000000000000000000" pitchFamily="2" charset="2"/>
              <a:buChar char="v"/>
            </a:pPr>
            <a:r>
              <a:rPr lang="en-US" sz="2900" b="1" dirty="0">
                <a:latin typeface="Times New Roman" panose="02020603050405020304" pitchFamily="18" charset="0"/>
                <a:cs typeface="Times New Roman" panose="02020603050405020304" pitchFamily="18" charset="0"/>
              </a:rPr>
              <a:t>Technology and Security</a:t>
            </a:r>
          </a:p>
          <a:p>
            <a:pPr marL="0" indent="0">
              <a:buNone/>
            </a:pPr>
            <a:r>
              <a:rPr lang="en-US" sz="2900" dirty="0">
                <a:latin typeface="Times New Roman" panose="02020603050405020304" pitchFamily="18" charset="0"/>
                <a:cs typeface="Times New Roman" panose="02020603050405020304" pitchFamily="18" charset="0"/>
              </a:rPr>
              <a:t>	Technology	</a:t>
            </a:r>
          </a:p>
          <a:p>
            <a:pPr marL="0" indent="0">
              <a:buNone/>
            </a:pPr>
            <a:r>
              <a:rPr lang="en-US" sz="2900" dirty="0">
                <a:latin typeface="Times New Roman" panose="02020603050405020304" pitchFamily="18" charset="0"/>
                <a:cs typeface="Times New Roman" panose="02020603050405020304" pitchFamily="18" charset="0"/>
              </a:rPr>
              <a:t>		Power outages, slow internet connection, equipment issues</a:t>
            </a:r>
          </a:p>
          <a:p>
            <a:pPr marL="0" indent="0">
              <a:buNone/>
            </a:pPr>
            <a:r>
              <a:rPr lang="en-US" sz="2900" dirty="0">
                <a:latin typeface="Times New Roman" panose="02020603050405020304" pitchFamily="18" charset="0"/>
                <a:cs typeface="Times New Roman" panose="02020603050405020304" pitchFamily="18" charset="0"/>
              </a:rPr>
              <a:t>	Security</a:t>
            </a:r>
          </a:p>
          <a:p>
            <a:pPr marL="0" indent="0">
              <a:buNone/>
            </a:pPr>
            <a:r>
              <a:rPr lang="en-US" sz="2900" dirty="0">
                <a:latin typeface="Times New Roman" panose="02020603050405020304" pitchFamily="18" charset="0"/>
                <a:cs typeface="Times New Roman" panose="02020603050405020304" pitchFamily="18" charset="0"/>
              </a:rPr>
              <a:t>		Cyber threats, data breaches, suspicious activity, compliance</a:t>
            </a:r>
          </a:p>
          <a:p>
            <a:pPr>
              <a:buFont typeface="Wingdings" panose="05000000000000000000" pitchFamily="2" charset="2"/>
              <a:buChar char="v"/>
            </a:pPr>
            <a:endParaRPr lang="en-US" sz="2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900" b="1" dirty="0">
                <a:latin typeface="Times New Roman" panose="02020603050405020304" pitchFamily="18" charset="0"/>
                <a:cs typeface="Times New Roman" panose="02020603050405020304" pitchFamily="18" charset="0"/>
              </a:rPr>
              <a:t>Home disruptions</a:t>
            </a:r>
          </a:p>
          <a:p>
            <a:pPr marL="0" indent="0">
              <a:buNone/>
            </a:pPr>
            <a:r>
              <a:rPr lang="en-US" sz="2900" dirty="0">
                <a:latin typeface="Times New Roman" panose="02020603050405020304" pitchFamily="18" charset="0"/>
                <a:cs typeface="Times New Roman" panose="02020603050405020304" pitchFamily="18" charset="0"/>
              </a:rPr>
              <a:t>	Limited control over family members, animals and no control over</a:t>
            </a:r>
          </a:p>
          <a:p>
            <a:pPr marL="0" indent="0">
              <a:buNone/>
            </a:pPr>
            <a:r>
              <a:rPr lang="en-US" sz="2900" dirty="0">
                <a:latin typeface="Times New Roman" panose="02020603050405020304" pitchFamily="18" charset="0"/>
                <a:cs typeface="Times New Roman" panose="02020603050405020304" pitchFamily="18" charset="0"/>
              </a:rPr>
              <a:t> 	vehicles and neighbors</a:t>
            </a:r>
          </a:p>
          <a:p>
            <a:pPr>
              <a:buFont typeface="Wingdings" panose="05000000000000000000" pitchFamily="2" charset="2"/>
              <a:buChar char="v"/>
            </a:pPr>
            <a:endParaRPr lang="en-US" sz="2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900" b="1" dirty="0">
                <a:latin typeface="Times New Roman" panose="02020603050405020304" pitchFamily="18" charset="0"/>
                <a:cs typeface="Times New Roman" panose="02020603050405020304" pitchFamily="18" charset="0"/>
              </a:rPr>
              <a:t>Support from team member and supervisors</a:t>
            </a:r>
          </a:p>
          <a:p>
            <a:pPr marL="0" indent="0">
              <a:buNone/>
            </a:pPr>
            <a:r>
              <a:rPr lang="en-US" sz="2900" dirty="0">
                <a:latin typeface="Times New Roman" panose="02020603050405020304" pitchFamily="18" charset="0"/>
                <a:cs typeface="Times New Roman" panose="02020603050405020304" pitchFamily="18" charset="0"/>
              </a:rPr>
              <a:t>	Immediate access to supervisors limited </a:t>
            </a:r>
          </a:p>
          <a:p>
            <a:pPr marL="0" indent="0">
              <a:buNone/>
            </a:pPr>
            <a:r>
              <a:rPr lang="en-US" sz="2900" dirty="0">
                <a:latin typeface="Times New Roman" panose="02020603050405020304" pitchFamily="18" charset="0"/>
                <a:cs typeface="Times New Roman" panose="02020603050405020304" pitchFamily="18" charset="0"/>
              </a:rPr>
              <a:t>	Communication through chat/emails impacts resolution time</a:t>
            </a:r>
          </a:p>
          <a:p>
            <a:pPr marL="0" indent="0">
              <a:buNone/>
            </a:pPr>
            <a:r>
              <a:rPr lang="en-US" sz="2900" dirty="0">
                <a:latin typeface="Times New Roman" panose="02020603050405020304" pitchFamily="18" charset="0"/>
                <a:cs typeface="Times New Roman" panose="02020603050405020304" pitchFamily="18" charset="0"/>
              </a:rPr>
              <a:t>	Delay of approvals can delay additional tasks thereby putting you 	behind.</a:t>
            </a:r>
          </a:p>
          <a:p>
            <a:pPr marL="0" indent="0">
              <a:buNone/>
            </a:pPr>
            <a:r>
              <a:rPr lang="en-US" dirty="0"/>
              <a:t>		</a:t>
            </a:r>
          </a:p>
          <a:p>
            <a:pPr marL="0" indent="0">
              <a:buNone/>
            </a:pPr>
            <a:r>
              <a:rPr lang="en-US" dirty="0"/>
              <a:t> </a:t>
            </a:r>
          </a:p>
        </p:txBody>
      </p:sp>
      <p:sp>
        <p:nvSpPr>
          <p:cNvPr id="91" name="Rectangle 90">
            <a:extLst>
              <a:ext uri="{FF2B5EF4-FFF2-40B4-BE49-F238E27FC236}">
                <a16:creationId xmlns:a16="http://schemas.microsoft.com/office/drawing/2014/main" id="{BE047182-D574-4420-02BD-B15749636F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3" name="Rectangle 92">
            <a:extLst>
              <a:ext uri="{FF2B5EF4-FFF2-40B4-BE49-F238E27FC236}">
                <a16:creationId xmlns:a16="http://schemas.microsoft.com/office/drawing/2014/main" id="{70F9EDA4-AE82-51D4-9890-D3FD6D2AF0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5" name="Rectangle 94">
            <a:extLst>
              <a:ext uri="{FF2B5EF4-FFF2-40B4-BE49-F238E27FC236}">
                <a16:creationId xmlns:a16="http://schemas.microsoft.com/office/drawing/2014/main" id="{6832D855-C8B5-8666-2EF6-1D436A827A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6958200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C903843E-1FAB-AFBB-BDC9-440FCC8CFB12}"/>
              </a:ext>
            </a:extLst>
          </p:cNvPr>
          <p:cNvSpPr>
            <a:spLocks noGrp="1"/>
          </p:cNvSpPr>
          <p:nvPr>
            <p:ph type="ctrTitle"/>
          </p:nvPr>
        </p:nvSpPr>
        <p:spPr>
          <a:xfrm>
            <a:off x="1524000" y="1142999"/>
            <a:ext cx="9144000" cy="3668843"/>
          </a:xfrm>
          <a:noFill/>
        </p:spPr>
        <p:txBody>
          <a:bodyPr/>
          <a:lstStyle/>
          <a:p>
            <a:r>
              <a:rPr lang="en-US" b="1" dirty="0">
                <a:latin typeface="Times New Roman" panose="02020603050405020304" pitchFamily="18" charset="0"/>
                <a:cs typeface="Times New Roman" panose="02020603050405020304" pitchFamily="18" charset="0"/>
              </a:rPr>
              <a:t>Analyzing the effects of Gender and Disability/Health diversity when working from home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51953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Content Placeholder 33">
            <a:extLst>
              <a:ext uri="{FF2B5EF4-FFF2-40B4-BE49-F238E27FC236}">
                <a16:creationId xmlns:a16="http://schemas.microsoft.com/office/drawing/2014/main" id="{C69167C3-302B-24DE-9CF7-D85D5D5DD20A}"/>
              </a:ext>
            </a:extLst>
          </p:cNvPr>
          <p:cNvSpPr>
            <a:spLocks noGrp="1"/>
          </p:cNvSpPr>
          <p:nvPr>
            <p:ph sz="half" idx="13"/>
          </p:nvPr>
        </p:nvSpPr>
        <p:spPr/>
        <p:txBody>
          <a:bodyPr/>
          <a:lstStyle/>
          <a:p>
            <a:pPr marL="0" indent="0">
              <a:buNone/>
            </a:pPr>
            <a:r>
              <a:rPr lang="en-US" b="1" dirty="0">
                <a:latin typeface="Times New Roman" panose="02020603050405020304" pitchFamily="18" charset="0"/>
                <a:cs typeface="Times New Roman" panose="02020603050405020304" pitchFamily="18" charset="0"/>
              </a:rPr>
              <a:t>Benefits</a:t>
            </a: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WFH supports mothers by integrating work and caregiver responsibilities by creating a way for additional income and reduce career life conflicts.</a:t>
            </a: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Reduce gender segregation with appealing to women by offering flexibility for women-oriented fields like clerical support. </a:t>
            </a:r>
          </a:p>
          <a:p>
            <a:endParaRPr lang="en-US" dirty="0">
              <a:latin typeface="Times New Roman" panose="02020603050405020304" pitchFamily="18" charset="0"/>
              <a:cs typeface="Times New Roman" panose="02020603050405020304" pitchFamily="18" charset="0"/>
            </a:endParaRPr>
          </a:p>
        </p:txBody>
      </p:sp>
      <p:pic>
        <p:nvPicPr>
          <p:cNvPr id="3" name="Picture 2" descr="A wooden doll on a pink and blue background">
            <a:extLst>
              <a:ext uri="{FF2B5EF4-FFF2-40B4-BE49-F238E27FC236}">
                <a16:creationId xmlns:a16="http://schemas.microsoft.com/office/drawing/2014/main" id="{FAFC6D7C-4788-CA89-793F-8D79E3B12A2A}"/>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525840" y="569626"/>
            <a:ext cx="5666159" cy="6288373"/>
          </a:xfrm>
          <a:prstGeom prst="rect">
            <a:avLst/>
          </a:prstGeom>
          <a:ln>
            <a:noFill/>
          </a:ln>
          <a:effectLst>
            <a:softEdge rad="112500"/>
          </a:effectLst>
        </p:spPr>
      </p:pic>
      <p:sp>
        <p:nvSpPr>
          <p:cNvPr id="20" name="Content Placeholder 3">
            <a:extLst>
              <a:ext uri="{FF2B5EF4-FFF2-40B4-BE49-F238E27FC236}">
                <a16:creationId xmlns:a16="http://schemas.microsoft.com/office/drawing/2014/main" id="{7C987B03-58AE-7E8A-A1C7-83569FBBCD1F}"/>
              </a:ext>
            </a:extLst>
          </p:cNvPr>
          <p:cNvSpPr>
            <a:spLocks noGrp="1"/>
          </p:cNvSpPr>
          <p:nvPr>
            <p:ph sz="half" idx="2"/>
          </p:nvPr>
        </p:nvSpPr>
        <p:spPr>
          <a:xfrm>
            <a:off x="4282437" y="2187361"/>
            <a:ext cx="4486809" cy="3633047"/>
          </a:xfrm>
          <a:noFill/>
        </p:spPr>
        <p:txBody>
          <a:bodyPr>
            <a:normAutofit/>
          </a:bodyPr>
          <a:lstStyle/>
          <a:p>
            <a:r>
              <a:rPr lang="en-US" b="1" dirty="0">
                <a:latin typeface="Times New Roman" panose="02020603050405020304" pitchFamily="18" charset="0"/>
                <a:cs typeface="Times New Roman" panose="02020603050405020304" pitchFamily="18" charset="0"/>
              </a:rPr>
              <a:t>Challenge</a:t>
            </a: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Disruption of the work-life balance by tipping the inadequate distribution of childcaring obligations to the mother’s side. Even though both parents are employed.  This can reinforce traditional gender roles. </a:t>
            </a:r>
          </a:p>
        </p:txBody>
      </p:sp>
      <p:sp>
        <p:nvSpPr>
          <p:cNvPr id="4" name="TextBox 3">
            <a:extLst>
              <a:ext uri="{FF2B5EF4-FFF2-40B4-BE49-F238E27FC236}">
                <a16:creationId xmlns:a16="http://schemas.microsoft.com/office/drawing/2014/main" id="{E80DEE5E-5C27-2124-CDB8-EBD69F710F60}"/>
              </a:ext>
            </a:extLst>
          </p:cNvPr>
          <p:cNvSpPr txBox="1"/>
          <p:nvPr/>
        </p:nvSpPr>
        <p:spPr>
          <a:xfrm>
            <a:off x="1524571" y="6476619"/>
            <a:ext cx="9142857" cy="230832"/>
          </a:xfrm>
          <a:prstGeom prst="rect">
            <a:avLst/>
          </a:prstGeom>
          <a:noFill/>
        </p:spPr>
        <p:txBody>
          <a:bodyPr wrap="square" rtlCol="0">
            <a:spAutoFit/>
          </a:bodyPr>
          <a:lstStyle/>
          <a:p>
            <a:r>
              <a:rPr lang="en-US" sz="900">
                <a:hlinkClick r:id="rId4" tooltip="https://modii.org/en/gender-roles/"/>
              </a:rPr>
              <a:t>This Photo</a:t>
            </a:r>
            <a:r>
              <a:rPr lang="en-US" sz="900"/>
              <a:t> by Unknown Author is licensed under </a:t>
            </a:r>
            <a:r>
              <a:rPr lang="en-US" sz="900">
                <a:hlinkClick r:id="rId5" tooltip="https://creativecommons.org/licenses/by-nc/3.0/"/>
              </a:rPr>
              <a:t>CC BY-NC</a:t>
            </a:r>
            <a:endParaRPr lang="en-US" sz="900"/>
          </a:p>
        </p:txBody>
      </p:sp>
      <p:sp>
        <p:nvSpPr>
          <p:cNvPr id="11" name="Title 10">
            <a:extLst>
              <a:ext uri="{FF2B5EF4-FFF2-40B4-BE49-F238E27FC236}">
                <a16:creationId xmlns:a16="http://schemas.microsoft.com/office/drawing/2014/main" id="{FF0FD1A0-C075-EE18-B3AE-363C242D0BCE}"/>
              </a:ext>
            </a:extLst>
          </p:cNvPr>
          <p:cNvSpPr>
            <a:spLocks noGrp="1"/>
          </p:cNvSpPr>
          <p:nvPr>
            <p:ph type="title"/>
          </p:nvPr>
        </p:nvSpPr>
        <p:spPr>
          <a:xfrm>
            <a:off x="457200" y="690880"/>
            <a:ext cx="8941633" cy="1143000"/>
          </a:xfrm>
        </p:spPr>
        <p:txBody>
          <a:bodyPr/>
          <a:lstStyle/>
          <a:p>
            <a:r>
              <a:rPr lang="en-US" b="1" dirty="0">
                <a:latin typeface="Times New Roman" panose="02020603050405020304" pitchFamily="18" charset="0"/>
                <a:cs typeface="Times New Roman" panose="02020603050405020304" pitchFamily="18" charset="0"/>
              </a:rPr>
              <a:t>Effects of working from home on Gender Diversity.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7402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EBA544F6-BF8C-2C87-3906-146BEDB4C299}"/>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Effects of WFH on Disability/Health Diversity</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half" idx="13"/>
          </p:nvPr>
        </p:nvSpPr>
        <p:spPr>
          <a:xfrm>
            <a:off x="624837" y="2187360"/>
            <a:ext cx="3657600" cy="3633047"/>
          </a:xfrm>
          <a:noFill/>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Benefits</a:t>
            </a: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Eliminates the stress and discomfort that comes with commuting and provides employment that they would otherwise have difficulty holding onto. </a:t>
            </a:r>
          </a:p>
          <a:p>
            <a:pPr marL="285750" indent="-285750">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Their home is more comfortable since it has already been customized to suit their disability better than an office would.  </a:t>
            </a:r>
          </a:p>
        </p:txBody>
      </p:sp>
      <p:sp>
        <p:nvSpPr>
          <p:cNvPr id="4" name="Content Placeholder 3">
            <a:extLst>
              <a:ext uri="{FF2B5EF4-FFF2-40B4-BE49-F238E27FC236}">
                <a16:creationId xmlns:a16="http://schemas.microsoft.com/office/drawing/2014/main" id="{ACFBB810-3430-2C29-1AA0-9744AA0A1AA3}"/>
              </a:ext>
            </a:extLst>
          </p:cNvPr>
          <p:cNvSpPr>
            <a:spLocks noGrp="1"/>
          </p:cNvSpPr>
          <p:nvPr>
            <p:ph sz="half" idx="2"/>
          </p:nvPr>
        </p:nvSpPr>
        <p:spPr>
          <a:noFill/>
        </p:spPr>
        <p:txBody>
          <a:bodyPr>
            <a:normAutofit/>
          </a:bodyPr>
          <a:lstStyle/>
          <a:p>
            <a:r>
              <a:rPr lang="en-US" b="1" dirty="0">
                <a:latin typeface="Times New Roman" panose="02020603050405020304" pitchFamily="18" charset="0"/>
                <a:cs typeface="Times New Roman" panose="02020603050405020304" pitchFamily="18" charset="0"/>
              </a:rPr>
              <a:t>Challenge</a:t>
            </a: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 potential challenge to this assertion is that disabled individuals are likely to be living in poverty because of inabilities relating to employment and education so they may not have the living condition or equipment to afford them a WFH job.</a:t>
            </a:r>
          </a:p>
          <a:p>
            <a:pPr marL="285750" indent="-285750">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Mental health can be impacted due to the sudden loss of social contact can lead to feelings of isolation can lead to stress, anxiety and more depression. </a:t>
            </a:r>
          </a:p>
          <a:p>
            <a:pPr marL="285750" indent="-285750">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6905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A group of people sitting and using laptops">
            <a:extLst>
              <a:ext uri="{FF2B5EF4-FFF2-40B4-BE49-F238E27FC236}">
                <a16:creationId xmlns:a16="http://schemas.microsoft.com/office/drawing/2014/main" id="{D89EAEE7-B8E9-673F-CE10-E5D59193E18A}"/>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24311" r="24311"/>
          <a:stretch>
            <a:fillRect/>
          </a:stretch>
        </p:blipFill>
        <p:spPr>
          <a:prstGeom prst="rect">
            <a:avLst/>
          </a:prstGeom>
          <a:ln>
            <a:noFill/>
          </a:ln>
          <a:effectLst>
            <a:softEdge rad="112500"/>
          </a:effectLst>
        </p:spPr>
      </p:pic>
      <p:sp>
        <p:nvSpPr>
          <p:cNvPr id="26" name="Title 25">
            <a:extLst>
              <a:ext uri="{FF2B5EF4-FFF2-40B4-BE49-F238E27FC236}">
                <a16:creationId xmlns:a16="http://schemas.microsoft.com/office/drawing/2014/main" id="{D715DBBC-70C2-E94B-9B03-12910F0B5438}"/>
              </a:ext>
            </a:extLst>
          </p:cNvPr>
          <p:cNvSpPr>
            <a:spLocks noGrp="1"/>
          </p:cNvSpPr>
          <p:nvPr>
            <p:ph type="ctrTitle"/>
          </p:nvPr>
        </p:nvSpPr>
        <p:spPr>
          <a:xfrm>
            <a:off x="2061" y="636432"/>
            <a:ext cx="5626579" cy="757653"/>
          </a:xfrm>
        </p:spPr>
        <p:txBody>
          <a:bodyPr/>
          <a:lstStyle/>
          <a:p>
            <a:pPr algn="ctr"/>
            <a:r>
              <a:rPr lang="en-US" b="1" dirty="0">
                <a:latin typeface="Times New Roman" panose="02020603050405020304" pitchFamily="18" charset="0"/>
                <a:cs typeface="Times New Roman" panose="02020603050405020304" pitchFamily="18" charset="0"/>
              </a:rPr>
              <a:t>Rewarding employees</a:t>
            </a:r>
          </a:p>
        </p:txBody>
      </p:sp>
      <p:sp>
        <p:nvSpPr>
          <p:cNvPr id="33" name="Content Placeholder 32">
            <a:extLst>
              <a:ext uri="{FF2B5EF4-FFF2-40B4-BE49-F238E27FC236}">
                <a16:creationId xmlns:a16="http://schemas.microsoft.com/office/drawing/2014/main" id="{D3AEB1C4-FB60-9B8E-5A02-0BCD2B6E55C7}"/>
              </a:ext>
            </a:extLst>
          </p:cNvPr>
          <p:cNvSpPr>
            <a:spLocks noGrp="1"/>
          </p:cNvSpPr>
          <p:nvPr>
            <p:ph idx="1"/>
          </p:nvPr>
        </p:nvSpPr>
        <p:spPr>
          <a:xfrm>
            <a:off x="5628640" y="636432"/>
            <a:ext cx="6563360" cy="6221568"/>
          </a:xfrm>
        </p:spPr>
        <p:txBody>
          <a:bodyPr/>
          <a:lstStyle/>
          <a:p>
            <a:pPr marL="0" indent="0">
              <a:buNone/>
            </a:pPr>
            <a:r>
              <a:rPr lang="en-US" dirty="0">
                <a:latin typeface="Times New Roman" panose="02020603050405020304" pitchFamily="18" charset="0"/>
                <a:cs typeface="Times New Roman" panose="02020603050405020304" pitchFamily="18" charset="0"/>
              </a:rPr>
              <a:t>My recommendations are using a productivity-based performance measurement and creating visibility systems and career development discussions.</a:t>
            </a: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Using productivity as a performance measurement</a:t>
            </a:r>
          </a:p>
          <a:p>
            <a:pPr lvl="1">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Employee can be evaluated via metrics that reflect actual performance which can be used to reward employees for the value they bring and assist in career advancing decisions by management.</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Create visibility systems and career progressing discussions more frequently</a:t>
            </a:r>
          </a:p>
          <a:p>
            <a:pPr lvl="1">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Broadening performance reviews to include professional goals and advancement opportunities. </a:t>
            </a:r>
          </a:p>
          <a:p>
            <a:pPr lvl="1">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Regular check-ins about general wellbeing, mental health etc.</a:t>
            </a:r>
          </a:p>
          <a:p>
            <a:pPr lvl="1">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Digital accomplishment and team recognition channels.</a:t>
            </a:r>
          </a:p>
        </p:txBody>
      </p:sp>
    </p:spTree>
    <p:extLst>
      <p:ext uri="{BB962C8B-B14F-4D97-AF65-F5344CB8AC3E}">
        <p14:creationId xmlns:p14="http://schemas.microsoft.com/office/powerpoint/2010/main" val="3854442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Rectangle 36">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9" name="Rectangle 38">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1" name="Rectangle 40">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43" name="Rectangle 42">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628" y="496959"/>
            <a:ext cx="1106164" cy="585973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7" name="Rectangle 46">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856" y="496958"/>
            <a:ext cx="9961047" cy="36780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Title 29">
            <a:extLst>
              <a:ext uri="{FF2B5EF4-FFF2-40B4-BE49-F238E27FC236}">
                <a16:creationId xmlns:a16="http://schemas.microsoft.com/office/drawing/2014/main" id="{6A93E959-E68D-08C8-9C1E-5A318B3EF272}"/>
              </a:ext>
            </a:extLst>
          </p:cNvPr>
          <p:cNvSpPr>
            <a:spLocks noGrp="1"/>
          </p:cNvSpPr>
          <p:nvPr>
            <p:ph type="title"/>
          </p:nvPr>
        </p:nvSpPr>
        <p:spPr>
          <a:xfrm>
            <a:off x="1893715" y="708499"/>
            <a:ext cx="7574507" cy="1315174"/>
          </a:xfrm>
        </p:spPr>
        <p:txBody>
          <a:bodyPr vert="horz" lIns="91440" tIns="45720" rIns="91440" bIns="45720" rtlCol="0" anchor="ctr">
            <a:normAutofit/>
          </a:bodyPr>
          <a:lstStyle/>
          <a:p>
            <a:r>
              <a:rPr lang="en-US" sz="6000" b="1" kern="1200" cap="all">
                <a:solidFill>
                  <a:srgbClr val="FFFFFF"/>
                </a:solidFill>
                <a:latin typeface="Times New Roman" panose="02020603050405020304" pitchFamily="18" charset="0"/>
                <a:cs typeface="Times New Roman" panose="02020603050405020304" pitchFamily="18" charset="0"/>
              </a:rPr>
              <a:t>conclusion</a:t>
            </a:r>
            <a:endParaRPr lang="en-US" sz="6000" b="1" kern="1200" cap="all" dirty="0">
              <a:solidFill>
                <a:srgbClr val="FFFFFF"/>
              </a:solidFill>
              <a:latin typeface="Times New Roman" panose="02020603050405020304" pitchFamily="18" charset="0"/>
              <a:cs typeface="Times New Roman" panose="02020603050405020304" pitchFamily="18" charset="0"/>
            </a:endParaRPr>
          </a:p>
        </p:txBody>
      </p:sp>
      <p:sp>
        <p:nvSpPr>
          <p:cNvPr id="49" name="Rectangle 48">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789" y="4284212"/>
            <a:ext cx="9961115" cy="2072481"/>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TextBox 3">
            <a:extLst>
              <a:ext uri="{FF2B5EF4-FFF2-40B4-BE49-F238E27FC236}">
                <a16:creationId xmlns:a16="http://schemas.microsoft.com/office/drawing/2014/main" id="{0CFF975F-253C-02CF-6547-E2DB2A829A38}"/>
              </a:ext>
            </a:extLst>
          </p:cNvPr>
          <p:cNvSpPr txBox="1"/>
          <p:nvPr/>
        </p:nvSpPr>
        <p:spPr>
          <a:xfrm>
            <a:off x="1809854" y="2363664"/>
            <a:ext cx="9961047" cy="4031873"/>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Remote work can reinforce Diversity by expanding the talent pools, providing support for varying employee needs and encourages inclusive communication. </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By embracing and utilizing these differences, companies can create more innovative, empathetic, and effective remote teams.</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Remote work can be advantageous/disadvantageous to both employees and employers.</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WFH can support gender equity and reduce gender segregation, but it can also reinforce traditional gender roles.</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WFH can improve the life of people with disabilities by removing the stress associated with daily commute however based on they of disability, remote work can feel isolating thereby increasing stress, anxiety and depression.</a:t>
            </a: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9977132"/>
      </p:ext>
    </p:extLst>
  </p:cSld>
  <p:clrMapOvr>
    <a:masterClrMapping/>
  </p:clrMapOvr>
</p:sld>
</file>

<file path=ppt/theme/theme1.xml><?xml version="1.0" encoding="utf-8"?>
<a:theme xmlns:a="http://schemas.openxmlformats.org/drawingml/2006/main" name="DividendVTI">
  <a:themeElements>
    <a:clrScheme name="DividendVTI">
      <a:dk1>
        <a:sysClr val="windowText" lastClr="000000"/>
      </a:dk1>
      <a:lt1>
        <a:sysClr val="window" lastClr="FFFFFF"/>
      </a:lt1>
      <a:dk2>
        <a:srgbClr val="3D3D3D"/>
      </a:dk2>
      <a:lt2>
        <a:srgbClr val="EBEBEB"/>
      </a:lt2>
      <a:accent1>
        <a:srgbClr val="ED8428"/>
      </a:accent1>
      <a:accent2>
        <a:srgbClr val="E6C46D"/>
      </a:accent2>
      <a:accent3>
        <a:srgbClr val="537685"/>
      </a:accent3>
      <a:accent4>
        <a:srgbClr val="969FA7"/>
      </a:accent4>
      <a:accent5>
        <a:srgbClr val="A9C37C"/>
      </a:accent5>
      <a:accent6>
        <a:srgbClr val="5A8071"/>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A00B2AC-C335-4100-B8B3-2D9F49A7290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9D1F84C-D1FD-4B1B-9CFD-8E0D96AC4DF2}">
  <ds:schemaRefs>
    <ds:schemaRef ds:uri="http://schemas.microsoft.com/sharepoint/v3/contenttype/forms"/>
  </ds:schemaRefs>
</ds:datastoreItem>
</file>

<file path=customXml/itemProps3.xml><?xml version="1.0" encoding="utf-8"?>
<ds:datastoreItem xmlns:ds="http://schemas.openxmlformats.org/officeDocument/2006/customXml" ds:itemID="{0037C456-A6DA-4DEE-A3FB-4EC3058FD08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{C30F5B1A-8811-49A1-BFCC-ACE08EF35A2A}TF44327b14-72fa-4a42-8e82-8afcf10927fa9096c001_win32-283260f3ca19</Template>
  <TotalTime>2388</TotalTime>
  <Words>643</Words>
  <Application>Microsoft Office PowerPoint</Application>
  <PresentationFormat>Widescreen</PresentationFormat>
  <Paragraphs>91</Paragraphs>
  <Slides>10</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Calibri</vt:lpstr>
      <vt:lpstr>Gill Sans MT</vt:lpstr>
      <vt:lpstr>Neue Haas Grotesk Text Pro</vt:lpstr>
      <vt:lpstr>Times New Roman</vt:lpstr>
      <vt:lpstr>Wingdings</vt:lpstr>
      <vt:lpstr>Wingdings 2</vt:lpstr>
      <vt:lpstr>DividendVTI</vt:lpstr>
      <vt:lpstr>Diversity in relation to  Working from home</vt:lpstr>
      <vt:lpstr>Diversity in the workplace</vt:lpstr>
      <vt:lpstr>Working from home</vt:lpstr>
      <vt:lpstr>Advantages of remote work</vt:lpstr>
      <vt:lpstr>Disadvantages of remote work</vt:lpstr>
      <vt:lpstr>Analyzing the effects of Gender and Disability/Health diversity when working from home</vt:lpstr>
      <vt:lpstr>Effects of working from home on Gender Diversity.</vt:lpstr>
      <vt:lpstr>Effects of WFH on Disability/Health Diversity</vt:lpstr>
      <vt:lpstr>Rewarding employees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annie alexis</dc:creator>
  <cp:lastModifiedBy>annie alexis</cp:lastModifiedBy>
  <cp:revision>1</cp:revision>
  <dcterms:created xsi:type="dcterms:W3CDTF">2025-12-05T00:18:22Z</dcterms:created>
  <dcterms:modified xsi:type="dcterms:W3CDTF">2025-12-07T14:30:59Z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